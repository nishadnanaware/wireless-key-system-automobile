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 id="2147483673" r:id="rId2"/>
  </p:sldMasterIdLst>
  <p:notesMasterIdLst>
    <p:notesMasterId r:id="rId13"/>
  </p:notesMasterIdLst>
  <p:sldIdLst>
    <p:sldId id="258" r:id="rId3"/>
    <p:sldId id="259" r:id="rId4"/>
    <p:sldId id="260" r:id="rId5"/>
    <p:sldId id="271" r:id="rId6"/>
    <p:sldId id="272" r:id="rId7"/>
    <p:sldId id="266" r:id="rId8"/>
    <p:sldId id="273" r:id="rId9"/>
    <p:sldId id="268" r:id="rId10"/>
    <p:sldId id="267" r:id="rId11"/>
    <p:sldId id="265" r:id="rId12"/>
  </p:sldIdLst>
  <p:sldSz cx="9144000" cy="5143500" type="screen16x9"/>
  <p:notesSz cx="6858000" cy="9144000"/>
  <p:embeddedFontLst>
    <p:embeddedFont>
      <p:font typeface="Merriweather" panose="020B0604020202020204" charset="0"/>
      <p:regular r:id="rId14"/>
      <p:bold r:id="rId15"/>
      <p:italic r:id="rId16"/>
      <p:boldItalic r:id="rId17"/>
    </p:embeddedFont>
    <p:embeddedFont>
      <p:font typeface="Calibri" panose="020F0502020204030204" pitchFamily="34" charset="0"/>
      <p:regular r:id="rId18"/>
      <p:bold r:id="rId19"/>
      <p:italic r:id="rId20"/>
      <p:boldItalic r:id="rId21"/>
    </p:embeddedFont>
    <p:embeddedFont>
      <p:font typeface="Rockwell Extra Bold" panose="02060903040505020403" pitchFamily="18" charset="0"/>
      <p:bold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6445810-7A9F-4F19-9637-8FE7A9772A5F}">
  <a:tblStyle styleId="{86445810-7A9F-4F19-9637-8FE7A9772A5F}"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726" y="6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font" Target="fonts/font8.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4.fntdata"/><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font" Target="fonts/font2.fntdata"/><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font" Target="fonts/font6.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1.fntdata"/><Relationship Id="rId22" Type="http://schemas.openxmlformats.org/officeDocument/2006/relationships/font" Target="fonts/font9.fntdata"/></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752C214-527A-4947-8AB1-DEDEEE40B844}"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IN"/>
        </a:p>
      </dgm:t>
    </dgm:pt>
    <dgm:pt modelId="{E2B9340D-158B-4DED-9597-4DFFB2C7AB2F}">
      <dgm:prSet phldrT="[Text]"/>
      <dgm:spPr/>
      <dgm:t>
        <a:bodyPr/>
        <a:lstStyle/>
        <a:p>
          <a:r>
            <a:rPr lang="en-US" dirty="0"/>
            <a:t>CONVENTIONAL ENERGY SOURCE</a:t>
          </a:r>
          <a:endParaRPr lang="en-IN" dirty="0"/>
        </a:p>
      </dgm:t>
    </dgm:pt>
    <dgm:pt modelId="{96FC8AEB-41D7-4CB5-AB8D-91649BCA84B0}" type="parTrans" cxnId="{5BD2797C-C4D1-4468-9842-DC9B850B23E2}">
      <dgm:prSet/>
      <dgm:spPr/>
      <dgm:t>
        <a:bodyPr/>
        <a:lstStyle/>
        <a:p>
          <a:endParaRPr lang="en-IN"/>
        </a:p>
      </dgm:t>
    </dgm:pt>
    <dgm:pt modelId="{D2274312-8B92-42CA-879B-485818D1D850}" type="sibTrans" cxnId="{5BD2797C-C4D1-4468-9842-DC9B850B23E2}">
      <dgm:prSet/>
      <dgm:spPr/>
      <dgm:t>
        <a:bodyPr/>
        <a:lstStyle/>
        <a:p>
          <a:endParaRPr lang="en-IN"/>
        </a:p>
      </dgm:t>
    </dgm:pt>
    <dgm:pt modelId="{85B67F68-7A08-4082-A523-A9126C5B64FF}">
      <dgm:prSet phldrT="[Text]"/>
      <dgm:spPr/>
      <dgm:t>
        <a:bodyPr/>
        <a:lstStyle/>
        <a:p>
          <a:r>
            <a:rPr lang="en-US" dirty="0"/>
            <a:t>NON-CONVENTIONAL ENERGY SOURCE</a:t>
          </a:r>
          <a:endParaRPr lang="en-IN" dirty="0"/>
        </a:p>
      </dgm:t>
    </dgm:pt>
    <dgm:pt modelId="{8632FE29-AE19-4533-85FF-F5E155229A7C}" type="parTrans" cxnId="{CD5A33D4-150D-4C87-A4B7-6BE90F806215}">
      <dgm:prSet/>
      <dgm:spPr/>
      <dgm:t>
        <a:bodyPr/>
        <a:lstStyle/>
        <a:p>
          <a:endParaRPr lang="en-IN"/>
        </a:p>
      </dgm:t>
    </dgm:pt>
    <dgm:pt modelId="{95043FA6-A459-4EE7-9361-7F4E343FA08B}" type="sibTrans" cxnId="{CD5A33D4-150D-4C87-A4B7-6BE90F806215}">
      <dgm:prSet/>
      <dgm:spPr/>
      <dgm:t>
        <a:bodyPr/>
        <a:lstStyle/>
        <a:p>
          <a:endParaRPr lang="en-IN"/>
        </a:p>
      </dgm:t>
    </dgm:pt>
    <dgm:pt modelId="{3CA4821E-C309-4D32-BA73-EE3A1E9D2A98}">
      <dgm:prSet phldrT="[Text]"/>
      <dgm:spPr/>
      <dgm:t>
        <a:bodyPr/>
        <a:lstStyle/>
        <a:p>
          <a:r>
            <a:rPr lang="en-US" dirty="0"/>
            <a:t>AN ALTERNATE ENERGY SOURCE</a:t>
          </a:r>
          <a:endParaRPr lang="en-IN" dirty="0"/>
        </a:p>
      </dgm:t>
    </dgm:pt>
    <dgm:pt modelId="{94E32349-3D18-48E3-B86A-EE0B16A2F0C1}" type="parTrans" cxnId="{5882EAB1-572E-416B-BB71-1D37B15E2705}">
      <dgm:prSet/>
      <dgm:spPr/>
      <dgm:t>
        <a:bodyPr/>
        <a:lstStyle/>
        <a:p>
          <a:endParaRPr lang="en-IN"/>
        </a:p>
      </dgm:t>
    </dgm:pt>
    <dgm:pt modelId="{97A71523-A3BD-43FA-A036-32078107CB56}" type="sibTrans" cxnId="{5882EAB1-572E-416B-BB71-1D37B15E2705}">
      <dgm:prSet/>
      <dgm:spPr/>
      <dgm:t>
        <a:bodyPr/>
        <a:lstStyle/>
        <a:p>
          <a:endParaRPr lang="en-IN"/>
        </a:p>
      </dgm:t>
    </dgm:pt>
    <dgm:pt modelId="{B878BB42-94D2-4BF3-A92F-9399D0EA6793}" type="pres">
      <dgm:prSet presAssocID="{F752C214-527A-4947-8AB1-DEDEEE40B844}" presName="Name0" presStyleCnt="0">
        <dgm:presLayoutVars>
          <dgm:chMax val="7"/>
          <dgm:chPref val="7"/>
          <dgm:dir/>
        </dgm:presLayoutVars>
      </dgm:prSet>
      <dgm:spPr/>
      <dgm:t>
        <a:bodyPr/>
        <a:lstStyle/>
        <a:p>
          <a:endParaRPr lang="en-IN"/>
        </a:p>
      </dgm:t>
    </dgm:pt>
    <dgm:pt modelId="{12B51A95-5549-4266-83D4-3EF6319294A0}" type="pres">
      <dgm:prSet presAssocID="{F752C214-527A-4947-8AB1-DEDEEE40B844}" presName="Name1" presStyleCnt="0"/>
      <dgm:spPr/>
    </dgm:pt>
    <dgm:pt modelId="{293B9C9A-94A2-477D-95B7-7FA66C822E2D}" type="pres">
      <dgm:prSet presAssocID="{F752C214-527A-4947-8AB1-DEDEEE40B844}" presName="cycle" presStyleCnt="0"/>
      <dgm:spPr/>
    </dgm:pt>
    <dgm:pt modelId="{77732D97-1CF7-4610-AAF9-E1CFCF10CD8B}" type="pres">
      <dgm:prSet presAssocID="{F752C214-527A-4947-8AB1-DEDEEE40B844}" presName="srcNode" presStyleLbl="node1" presStyleIdx="0" presStyleCnt="3"/>
      <dgm:spPr/>
    </dgm:pt>
    <dgm:pt modelId="{6B50965D-3C27-466B-8A45-891BB085F06A}" type="pres">
      <dgm:prSet presAssocID="{F752C214-527A-4947-8AB1-DEDEEE40B844}" presName="conn" presStyleLbl="parChTrans1D2" presStyleIdx="0" presStyleCnt="1"/>
      <dgm:spPr/>
      <dgm:t>
        <a:bodyPr/>
        <a:lstStyle/>
        <a:p>
          <a:endParaRPr lang="en-IN"/>
        </a:p>
      </dgm:t>
    </dgm:pt>
    <dgm:pt modelId="{F55CB3C8-684F-493D-A06F-A3F97AC061E6}" type="pres">
      <dgm:prSet presAssocID="{F752C214-527A-4947-8AB1-DEDEEE40B844}" presName="extraNode" presStyleLbl="node1" presStyleIdx="0" presStyleCnt="3"/>
      <dgm:spPr/>
    </dgm:pt>
    <dgm:pt modelId="{E587C63D-CEDB-42A0-ACE7-5D47A424115F}" type="pres">
      <dgm:prSet presAssocID="{F752C214-527A-4947-8AB1-DEDEEE40B844}" presName="dstNode" presStyleLbl="node1" presStyleIdx="0" presStyleCnt="3"/>
      <dgm:spPr/>
    </dgm:pt>
    <dgm:pt modelId="{5563C0D9-8964-4B85-90F4-DD17045461CE}" type="pres">
      <dgm:prSet presAssocID="{E2B9340D-158B-4DED-9597-4DFFB2C7AB2F}" presName="text_1" presStyleLbl="node1" presStyleIdx="0" presStyleCnt="3">
        <dgm:presLayoutVars>
          <dgm:bulletEnabled val="1"/>
        </dgm:presLayoutVars>
      </dgm:prSet>
      <dgm:spPr/>
      <dgm:t>
        <a:bodyPr/>
        <a:lstStyle/>
        <a:p>
          <a:endParaRPr lang="en-IN"/>
        </a:p>
      </dgm:t>
    </dgm:pt>
    <dgm:pt modelId="{FFE6C2F0-4464-4280-9367-F752FD3DE870}" type="pres">
      <dgm:prSet presAssocID="{E2B9340D-158B-4DED-9597-4DFFB2C7AB2F}" presName="accent_1" presStyleCnt="0"/>
      <dgm:spPr/>
    </dgm:pt>
    <dgm:pt modelId="{1B365ACE-99DC-426C-B594-46AB0A4FC4D6}" type="pres">
      <dgm:prSet presAssocID="{E2B9340D-158B-4DED-9597-4DFFB2C7AB2F}" presName="accentRepeatNode" presStyleLbl="solidFgAcc1" presStyleIdx="0" presStyleCnt="3"/>
      <dgm:spPr/>
    </dgm:pt>
    <dgm:pt modelId="{80081A46-2D43-462D-8DAB-CBDCF9B18D84}" type="pres">
      <dgm:prSet presAssocID="{85B67F68-7A08-4082-A523-A9126C5B64FF}" presName="text_2" presStyleLbl="node1" presStyleIdx="1" presStyleCnt="3">
        <dgm:presLayoutVars>
          <dgm:bulletEnabled val="1"/>
        </dgm:presLayoutVars>
      </dgm:prSet>
      <dgm:spPr/>
      <dgm:t>
        <a:bodyPr/>
        <a:lstStyle/>
        <a:p>
          <a:endParaRPr lang="en-IN"/>
        </a:p>
      </dgm:t>
    </dgm:pt>
    <dgm:pt modelId="{94BA8437-982F-43AC-A4FC-F74E51C5EC56}" type="pres">
      <dgm:prSet presAssocID="{85B67F68-7A08-4082-A523-A9126C5B64FF}" presName="accent_2" presStyleCnt="0"/>
      <dgm:spPr/>
    </dgm:pt>
    <dgm:pt modelId="{5C4D04BC-F304-4657-9908-FC127863FCC4}" type="pres">
      <dgm:prSet presAssocID="{85B67F68-7A08-4082-A523-A9126C5B64FF}" presName="accentRepeatNode" presStyleLbl="solidFgAcc1" presStyleIdx="1" presStyleCnt="3"/>
      <dgm:spPr/>
    </dgm:pt>
    <dgm:pt modelId="{05E05F3A-F712-460C-8636-260DF8358BCD}" type="pres">
      <dgm:prSet presAssocID="{3CA4821E-C309-4D32-BA73-EE3A1E9D2A98}" presName="text_3" presStyleLbl="node1" presStyleIdx="2" presStyleCnt="3">
        <dgm:presLayoutVars>
          <dgm:bulletEnabled val="1"/>
        </dgm:presLayoutVars>
      </dgm:prSet>
      <dgm:spPr/>
      <dgm:t>
        <a:bodyPr/>
        <a:lstStyle/>
        <a:p>
          <a:endParaRPr lang="en-IN"/>
        </a:p>
      </dgm:t>
    </dgm:pt>
    <dgm:pt modelId="{0D7E6F9D-BB44-492A-8949-5A01E5803D6E}" type="pres">
      <dgm:prSet presAssocID="{3CA4821E-C309-4D32-BA73-EE3A1E9D2A98}" presName="accent_3" presStyleCnt="0"/>
      <dgm:spPr/>
    </dgm:pt>
    <dgm:pt modelId="{BB73407E-9861-4E60-918C-B55319018E52}" type="pres">
      <dgm:prSet presAssocID="{3CA4821E-C309-4D32-BA73-EE3A1E9D2A98}" presName="accentRepeatNode" presStyleLbl="solidFgAcc1" presStyleIdx="2" presStyleCnt="3"/>
      <dgm:spPr/>
    </dgm:pt>
  </dgm:ptLst>
  <dgm:cxnLst>
    <dgm:cxn modelId="{42413621-A3F5-4835-840E-3F538C5B20B6}" type="presOf" srcId="{3CA4821E-C309-4D32-BA73-EE3A1E9D2A98}" destId="{05E05F3A-F712-460C-8636-260DF8358BCD}" srcOrd="0" destOrd="0" presId="urn:microsoft.com/office/officeart/2008/layout/VerticalCurvedList"/>
    <dgm:cxn modelId="{7944160B-E0FC-4A55-8F1B-A989353D2079}" type="presOf" srcId="{D2274312-8B92-42CA-879B-485818D1D850}" destId="{6B50965D-3C27-466B-8A45-891BB085F06A}" srcOrd="0" destOrd="0" presId="urn:microsoft.com/office/officeart/2008/layout/VerticalCurvedList"/>
    <dgm:cxn modelId="{825CC3E1-4D65-49A0-914E-4803D05B454A}" type="presOf" srcId="{E2B9340D-158B-4DED-9597-4DFFB2C7AB2F}" destId="{5563C0D9-8964-4B85-90F4-DD17045461CE}" srcOrd="0" destOrd="0" presId="urn:microsoft.com/office/officeart/2008/layout/VerticalCurvedList"/>
    <dgm:cxn modelId="{2E3A4A64-D214-4C67-A325-5548F999CEFC}" type="presOf" srcId="{F752C214-527A-4947-8AB1-DEDEEE40B844}" destId="{B878BB42-94D2-4BF3-A92F-9399D0EA6793}" srcOrd="0" destOrd="0" presId="urn:microsoft.com/office/officeart/2008/layout/VerticalCurvedList"/>
    <dgm:cxn modelId="{CD5A33D4-150D-4C87-A4B7-6BE90F806215}" srcId="{F752C214-527A-4947-8AB1-DEDEEE40B844}" destId="{85B67F68-7A08-4082-A523-A9126C5B64FF}" srcOrd="1" destOrd="0" parTransId="{8632FE29-AE19-4533-85FF-F5E155229A7C}" sibTransId="{95043FA6-A459-4EE7-9361-7F4E343FA08B}"/>
    <dgm:cxn modelId="{3BB82CA0-23AA-4EC5-BEE6-24C651AB5309}" type="presOf" srcId="{85B67F68-7A08-4082-A523-A9126C5B64FF}" destId="{80081A46-2D43-462D-8DAB-CBDCF9B18D84}" srcOrd="0" destOrd="0" presId="urn:microsoft.com/office/officeart/2008/layout/VerticalCurvedList"/>
    <dgm:cxn modelId="{5BD2797C-C4D1-4468-9842-DC9B850B23E2}" srcId="{F752C214-527A-4947-8AB1-DEDEEE40B844}" destId="{E2B9340D-158B-4DED-9597-4DFFB2C7AB2F}" srcOrd="0" destOrd="0" parTransId="{96FC8AEB-41D7-4CB5-AB8D-91649BCA84B0}" sibTransId="{D2274312-8B92-42CA-879B-485818D1D850}"/>
    <dgm:cxn modelId="{5882EAB1-572E-416B-BB71-1D37B15E2705}" srcId="{F752C214-527A-4947-8AB1-DEDEEE40B844}" destId="{3CA4821E-C309-4D32-BA73-EE3A1E9D2A98}" srcOrd="2" destOrd="0" parTransId="{94E32349-3D18-48E3-B86A-EE0B16A2F0C1}" sibTransId="{97A71523-A3BD-43FA-A036-32078107CB56}"/>
    <dgm:cxn modelId="{BEFC1722-A1B5-4323-A1C8-192212C655ED}" type="presParOf" srcId="{B878BB42-94D2-4BF3-A92F-9399D0EA6793}" destId="{12B51A95-5549-4266-83D4-3EF6319294A0}" srcOrd="0" destOrd="0" presId="urn:microsoft.com/office/officeart/2008/layout/VerticalCurvedList"/>
    <dgm:cxn modelId="{10E2BFA2-7FE1-4650-8066-68D0EFC68F35}" type="presParOf" srcId="{12B51A95-5549-4266-83D4-3EF6319294A0}" destId="{293B9C9A-94A2-477D-95B7-7FA66C822E2D}" srcOrd="0" destOrd="0" presId="urn:microsoft.com/office/officeart/2008/layout/VerticalCurvedList"/>
    <dgm:cxn modelId="{9E2C9C11-993F-4425-A20F-9EBB30E6439E}" type="presParOf" srcId="{293B9C9A-94A2-477D-95B7-7FA66C822E2D}" destId="{77732D97-1CF7-4610-AAF9-E1CFCF10CD8B}" srcOrd="0" destOrd="0" presId="urn:microsoft.com/office/officeart/2008/layout/VerticalCurvedList"/>
    <dgm:cxn modelId="{8CC68C97-C884-4C01-82AD-46B1412A2A53}" type="presParOf" srcId="{293B9C9A-94A2-477D-95B7-7FA66C822E2D}" destId="{6B50965D-3C27-466B-8A45-891BB085F06A}" srcOrd="1" destOrd="0" presId="urn:microsoft.com/office/officeart/2008/layout/VerticalCurvedList"/>
    <dgm:cxn modelId="{834E8D1F-BE7B-44EF-AB7A-2FF88E66EDB1}" type="presParOf" srcId="{293B9C9A-94A2-477D-95B7-7FA66C822E2D}" destId="{F55CB3C8-684F-493D-A06F-A3F97AC061E6}" srcOrd="2" destOrd="0" presId="urn:microsoft.com/office/officeart/2008/layout/VerticalCurvedList"/>
    <dgm:cxn modelId="{68DE932D-F3F4-462F-8B02-43E15B92B6CC}" type="presParOf" srcId="{293B9C9A-94A2-477D-95B7-7FA66C822E2D}" destId="{E587C63D-CEDB-42A0-ACE7-5D47A424115F}" srcOrd="3" destOrd="0" presId="urn:microsoft.com/office/officeart/2008/layout/VerticalCurvedList"/>
    <dgm:cxn modelId="{773AFE8A-A40F-4FE9-819B-DB0EC4B4EB12}" type="presParOf" srcId="{12B51A95-5549-4266-83D4-3EF6319294A0}" destId="{5563C0D9-8964-4B85-90F4-DD17045461CE}" srcOrd="1" destOrd="0" presId="urn:microsoft.com/office/officeart/2008/layout/VerticalCurvedList"/>
    <dgm:cxn modelId="{7E384E33-3D85-4E77-865B-AE3886C77B4B}" type="presParOf" srcId="{12B51A95-5549-4266-83D4-3EF6319294A0}" destId="{FFE6C2F0-4464-4280-9367-F752FD3DE870}" srcOrd="2" destOrd="0" presId="urn:microsoft.com/office/officeart/2008/layout/VerticalCurvedList"/>
    <dgm:cxn modelId="{C1906FE0-1B40-4621-AF9D-EAB5ABD7AE9D}" type="presParOf" srcId="{FFE6C2F0-4464-4280-9367-F752FD3DE870}" destId="{1B365ACE-99DC-426C-B594-46AB0A4FC4D6}" srcOrd="0" destOrd="0" presId="urn:microsoft.com/office/officeart/2008/layout/VerticalCurvedList"/>
    <dgm:cxn modelId="{05F80769-B793-4676-85A0-910C4FD0253C}" type="presParOf" srcId="{12B51A95-5549-4266-83D4-3EF6319294A0}" destId="{80081A46-2D43-462D-8DAB-CBDCF9B18D84}" srcOrd="3" destOrd="0" presId="urn:microsoft.com/office/officeart/2008/layout/VerticalCurvedList"/>
    <dgm:cxn modelId="{2A6A735C-2B99-4F98-81C0-B0FC88CD883A}" type="presParOf" srcId="{12B51A95-5549-4266-83D4-3EF6319294A0}" destId="{94BA8437-982F-43AC-A4FC-F74E51C5EC56}" srcOrd="4" destOrd="0" presId="urn:microsoft.com/office/officeart/2008/layout/VerticalCurvedList"/>
    <dgm:cxn modelId="{DCE1FBFF-7F74-49B6-92BA-2101C0CD3D8D}" type="presParOf" srcId="{94BA8437-982F-43AC-A4FC-F74E51C5EC56}" destId="{5C4D04BC-F304-4657-9908-FC127863FCC4}" srcOrd="0" destOrd="0" presId="urn:microsoft.com/office/officeart/2008/layout/VerticalCurvedList"/>
    <dgm:cxn modelId="{181142B6-380E-4E85-93DC-6CEF5B44B6B9}" type="presParOf" srcId="{12B51A95-5549-4266-83D4-3EF6319294A0}" destId="{05E05F3A-F712-460C-8636-260DF8358BCD}" srcOrd="5" destOrd="0" presId="urn:microsoft.com/office/officeart/2008/layout/VerticalCurvedList"/>
    <dgm:cxn modelId="{DB2A82B2-BA05-4234-8C41-A74908116816}" type="presParOf" srcId="{12B51A95-5549-4266-83D4-3EF6319294A0}" destId="{0D7E6F9D-BB44-492A-8949-5A01E5803D6E}" srcOrd="6" destOrd="0" presId="urn:microsoft.com/office/officeart/2008/layout/VerticalCurvedList"/>
    <dgm:cxn modelId="{BA30B5F4-524A-466B-9C76-808D70BB565D}" type="presParOf" srcId="{0D7E6F9D-BB44-492A-8949-5A01E5803D6E}" destId="{BB73407E-9861-4E60-918C-B55319018E52}"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42230253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1c0e419fb6f_2_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g1c0e419fb6f_2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88131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1c0df66bc42_2_89: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g1c0df66bc42_2_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26180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1c0df66bc42_6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1c0df66bc42_6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075833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1c0e419fb6f_2_27: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g1c0e419fb6f_2_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438707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1c0e419fb6f_2_41: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0" name="Google Shape;290;g1c0e419fb6f_2_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702876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1c0e419fb6f_2_3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3" name="Google Shape;283;g1c0e419fb6f_2_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21966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1c0e419fb6f_2_17: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2" name="Google Shape;262;g1c0e419fb6f_2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95173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3"/>
        <p:cNvGrpSpPr/>
        <p:nvPr/>
      </p:nvGrpSpPr>
      <p:grpSpPr>
        <a:xfrm>
          <a:off x="0" y="0"/>
          <a:ext cx="0" cy="0"/>
          <a:chOff x="0" y="0"/>
          <a:chExt cx="0" cy="0"/>
        </a:xfrm>
      </p:grpSpPr>
      <p:sp>
        <p:nvSpPr>
          <p:cNvPr id="64" name="Google Shape;64;p15"/>
          <p:cNvSpPr txBox="1">
            <a:spLocks noGrp="1"/>
          </p:cNvSpPr>
          <p:nvPr>
            <p:ph type="title"/>
          </p:nvPr>
        </p:nvSpPr>
        <p:spPr>
          <a:xfrm>
            <a:off x="448965" y="433880"/>
            <a:ext cx="8246070" cy="610820"/>
          </a:xfrm>
          <a:prstGeom prst="rect">
            <a:avLst/>
          </a:prstGeom>
          <a:noFill/>
          <a:ln>
            <a:noFill/>
          </a:ln>
        </p:spPr>
        <p:txBody>
          <a:bodyPr spcFirstLastPara="1" wrap="square" lIns="91425" tIns="45700" rIns="91425" bIns="45700" anchor="ctr" anchorCtr="0">
            <a:normAutofit/>
          </a:bodyPr>
          <a:lstStyle>
            <a:lvl1pPr lvl="0" algn="r">
              <a:spcBef>
                <a:spcPts val="0"/>
              </a:spcBef>
              <a:spcAft>
                <a:spcPts val="0"/>
              </a:spcAft>
              <a:buClr>
                <a:schemeClr val="lt1"/>
              </a:buClr>
              <a:buSzPts val="3600"/>
              <a:buFont typeface="Calibri"/>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15"/>
          <p:cNvSpPr txBox="1">
            <a:spLocks noGrp="1"/>
          </p:cNvSpPr>
          <p:nvPr>
            <p:ph type="body" idx="1"/>
          </p:nvPr>
        </p:nvSpPr>
        <p:spPr>
          <a:xfrm>
            <a:off x="448966" y="1350110"/>
            <a:ext cx="8246070" cy="3359505"/>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solidFill>
                  <a:schemeClr val="dk1"/>
                </a:solidFill>
              </a:defRPr>
            </a:lvl1pPr>
            <a:lvl2pPr marL="914400" lvl="1" indent="-406400" algn="l">
              <a:spcBef>
                <a:spcPts val="560"/>
              </a:spcBef>
              <a:spcAft>
                <a:spcPts val="0"/>
              </a:spcAft>
              <a:buClr>
                <a:schemeClr val="dk1"/>
              </a:buClr>
              <a:buSzPts val="2800"/>
              <a:buChar char="–"/>
              <a:defRPr>
                <a:solidFill>
                  <a:schemeClr val="dk1"/>
                </a:solidFill>
              </a:defRPr>
            </a:lvl2pPr>
            <a:lvl3pPr marL="1371600" lvl="2" indent="-381000" algn="l">
              <a:spcBef>
                <a:spcPts val="480"/>
              </a:spcBef>
              <a:spcAft>
                <a:spcPts val="0"/>
              </a:spcAft>
              <a:buClr>
                <a:schemeClr val="dk1"/>
              </a:buClr>
              <a:buSzPts val="2400"/>
              <a:buChar char="•"/>
              <a:defRPr>
                <a:solidFill>
                  <a:schemeClr val="dk1"/>
                </a:solidFill>
              </a:defRPr>
            </a:lvl3pPr>
            <a:lvl4pPr marL="1828800" lvl="3" indent="-355600" algn="l">
              <a:spcBef>
                <a:spcPts val="400"/>
              </a:spcBef>
              <a:spcAft>
                <a:spcPts val="0"/>
              </a:spcAft>
              <a:buClr>
                <a:schemeClr val="dk1"/>
              </a:buClr>
              <a:buSzPts val="2000"/>
              <a:buChar char="–"/>
              <a:defRPr>
                <a:solidFill>
                  <a:schemeClr val="dk1"/>
                </a:solidFill>
              </a:defRPr>
            </a:lvl4pPr>
            <a:lvl5pPr marL="2286000" lvl="4" indent="-355600" algn="l">
              <a:spcBef>
                <a:spcPts val="400"/>
              </a:spcBef>
              <a:spcAft>
                <a:spcPts val="0"/>
              </a:spcAft>
              <a:buClr>
                <a:schemeClr val="dk1"/>
              </a:buClr>
              <a:buSzPts val="2000"/>
              <a:buChar char="»"/>
              <a:defRPr>
                <a:solidFill>
                  <a:schemeClr val="dk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6" name="Google Shape;66;p15"/>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5"/>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1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Title and Content">
  <p:cSld name="1_Title and Content">
    <p:bg>
      <p:bgPr>
        <a:blipFill>
          <a:blip r:embed="rId2">
            <a:alphaModFix/>
          </a:blip>
          <a:stretch>
            <a:fillRect/>
          </a:stretch>
        </a:blipFill>
        <a:effectLst/>
      </p:bgPr>
    </p:bg>
    <p:spTree>
      <p:nvGrpSpPr>
        <p:cNvPr id="1" name="Shape 69"/>
        <p:cNvGrpSpPr/>
        <p:nvPr/>
      </p:nvGrpSpPr>
      <p:grpSpPr>
        <a:xfrm>
          <a:off x="0" y="0"/>
          <a:ext cx="0" cy="0"/>
          <a:chOff x="0" y="0"/>
          <a:chExt cx="0" cy="0"/>
        </a:xfrm>
      </p:grpSpPr>
      <p:sp>
        <p:nvSpPr>
          <p:cNvPr id="70" name="Google Shape;70;p16"/>
          <p:cNvSpPr txBox="1">
            <a:spLocks noGrp="1"/>
          </p:cNvSpPr>
          <p:nvPr>
            <p:ph type="title"/>
          </p:nvPr>
        </p:nvSpPr>
        <p:spPr>
          <a:xfrm>
            <a:off x="601670" y="433880"/>
            <a:ext cx="6260905" cy="572644"/>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E36C09"/>
              </a:buClr>
              <a:buSzPts val="3600"/>
              <a:buFont typeface="Calibri"/>
              <a:buNone/>
              <a:defRPr sz="3600">
                <a:solidFill>
                  <a:srgbClr val="E36C09"/>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16"/>
          <p:cNvSpPr txBox="1">
            <a:spLocks noGrp="1"/>
          </p:cNvSpPr>
          <p:nvPr>
            <p:ph type="body" idx="1"/>
          </p:nvPr>
        </p:nvSpPr>
        <p:spPr>
          <a:xfrm>
            <a:off x="601670" y="1044700"/>
            <a:ext cx="6260905" cy="3511061"/>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solidFill>
                  <a:schemeClr val="dk1"/>
                </a:solidFill>
              </a:defRPr>
            </a:lvl1pPr>
            <a:lvl2pPr marL="914400" lvl="1" indent="-406400" algn="l">
              <a:spcBef>
                <a:spcPts val="560"/>
              </a:spcBef>
              <a:spcAft>
                <a:spcPts val="0"/>
              </a:spcAft>
              <a:buClr>
                <a:schemeClr val="dk1"/>
              </a:buClr>
              <a:buSzPts val="2800"/>
              <a:buChar char="–"/>
              <a:defRPr>
                <a:solidFill>
                  <a:schemeClr val="dk1"/>
                </a:solidFill>
              </a:defRPr>
            </a:lvl2pPr>
            <a:lvl3pPr marL="1371600" lvl="2" indent="-381000" algn="l">
              <a:spcBef>
                <a:spcPts val="480"/>
              </a:spcBef>
              <a:spcAft>
                <a:spcPts val="0"/>
              </a:spcAft>
              <a:buClr>
                <a:schemeClr val="dk1"/>
              </a:buClr>
              <a:buSzPts val="2400"/>
              <a:buChar char="•"/>
              <a:defRPr>
                <a:solidFill>
                  <a:schemeClr val="dk1"/>
                </a:solidFill>
              </a:defRPr>
            </a:lvl3pPr>
            <a:lvl4pPr marL="1828800" lvl="3" indent="-355600" algn="l">
              <a:spcBef>
                <a:spcPts val="400"/>
              </a:spcBef>
              <a:spcAft>
                <a:spcPts val="0"/>
              </a:spcAft>
              <a:buClr>
                <a:schemeClr val="dk1"/>
              </a:buClr>
              <a:buSzPts val="2000"/>
              <a:buChar char="–"/>
              <a:defRPr>
                <a:solidFill>
                  <a:schemeClr val="dk1"/>
                </a:solidFill>
              </a:defRPr>
            </a:lvl4pPr>
            <a:lvl5pPr marL="2286000" lvl="4" indent="-355600" algn="l">
              <a:spcBef>
                <a:spcPts val="400"/>
              </a:spcBef>
              <a:spcAft>
                <a:spcPts val="0"/>
              </a:spcAft>
              <a:buClr>
                <a:schemeClr val="dk1"/>
              </a:buClr>
              <a:buSzPts val="2000"/>
              <a:buChar char="»"/>
              <a:defRPr>
                <a:solidFill>
                  <a:schemeClr val="dk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2" name="Google Shape;72;p16"/>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6"/>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6"/>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5"/>
        <p:cNvGrpSpPr/>
        <p:nvPr/>
      </p:nvGrpSpPr>
      <p:grpSpPr>
        <a:xfrm>
          <a:off x="0" y="0"/>
          <a:ext cx="0" cy="0"/>
          <a:chOff x="0" y="0"/>
          <a:chExt cx="0" cy="0"/>
        </a:xfrm>
      </p:grpSpPr>
      <p:sp>
        <p:nvSpPr>
          <p:cNvPr id="76" name="Google Shape;76;p17"/>
          <p:cNvSpPr txBox="1">
            <a:spLocks noGrp="1"/>
          </p:cNvSpPr>
          <p:nvPr>
            <p:ph type="title"/>
          </p:nvPr>
        </p:nvSpPr>
        <p:spPr>
          <a:xfrm>
            <a:off x="448964" y="281175"/>
            <a:ext cx="8246071" cy="610820"/>
          </a:xfrm>
          <a:prstGeom prst="rect">
            <a:avLst/>
          </a:prstGeom>
          <a:noFill/>
          <a:ln>
            <a:noFill/>
          </a:ln>
        </p:spPr>
        <p:txBody>
          <a:bodyPr spcFirstLastPara="1" wrap="square" lIns="91425" tIns="45700" rIns="91425" bIns="45700" anchor="ctr" anchorCtr="0">
            <a:normAutofit/>
          </a:bodyPr>
          <a:lstStyle>
            <a:lvl1pPr lvl="0" algn="r">
              <a:spcBef>
                <a:spcPts val="0"/>
              </a:spcBef>
              <a:spcAft>
                <a:spcPts val="0"/>
              </a:spcAft>
              <a:buClr>
                <a:schemeClr val="lt1"/>
              </a:buClr>
              <a:buSzPts val="3600"/>
              <a:buFont typeface="Calibri"/>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17"/>
          <p:cNvSpPr txBox="1">
            <a:spLocks noGrp="1"/>
          </p:cNvSpPr>
          <p:nvPr>
            <p:ph type="body" idx="1"/>
          </p:nvPr>
        </p:nvSpPr>
        <p:spPr>
          <a:xfrm>
            <a:off x="536879" y="1502815"/>
            <a:ext cx="4040188" cy="479822"/>
          </a:xfrm>
          <a:prstGeom prst="rect">
            <a:avLst/>
          </a:prstGeom>
          <a:noFill/>
          <a:ln>
            <a:noFill/>
          </a:ln>
        </p:spPr>
        <p:txBody>
          <a:bodyPr spcFirstLastPara="1" wrap="square" lIns="91425" tIns="45700" rIns="91425" bIns="45700" anchor="b" anchorCtr="0">
            <a:normAutofit/>
          </a:bodyPr>
          <a:lstStyle>
            <a:lvl1pPr marL="457200" lvl="0" indent="-228600" algn="ctr">
              <a:spcBef>
                <a:spcPts val="480"/>
              </a:spcBef>
              <a:spcAft>
                <a:spcPts val="0"/>
              </a:spcAft>
              <a:buClr>
                <a:schemeClr val="dk1"/>
              </a:buClr>
              <a:buSzPts val="2400"/>
              <a:buNone/>
              <a:defRPr sz="2400" b="1">
                <a:solidFill>
                  <a:schemeClr val="dk1"/>
                </a:solidFill>
              </a:defRPr>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78" name="Google Shape;78;p17"/>
          <p:cNvSpPr txBox="1">
            <a:spLocks noGrp="1"/>
          </p:cNvSpPr>
          <p:nvPr>
            <p:ph type="body" idx="2"/>
          </p:nvPr>
        </p:nvSpPr>
        <p:spPr>
          <a:xfrm>
            <a:off x="536879" y="1934335"/>
            <a:ext cx="4040188" cy="2137871"/>
          </a:xfrm>
          <a:prstGeom prst="rect">
            <a:avLst/>
          </a:prstGeom>
          <a:noFill/>
          <a:ln>
            <a:noFill/>
          </a:ln>
        </p:spPr>
        <p:txBody>
          <a:bodyPr spcFirstLastPara="1" wrap="square" lIns="91425" tIns="45700" rIns="91425" bIns="45700" anchor="t" anchorCtr="0">
            <a:normAutofit/>
          </a:bodyPr>
          <a:lstStyle>
            <a:lvl1pPr marL="457200" lvl="0" indent="-381000" algn="ctr">
              <a:spcBef>
                <a:spcPts val="480"/>
              </a:spcBef>
              <a:spcAft>
                <a:spcPts val="0"/>
              </a:spcAft>
              <a:buClr>
                <a:schemeClr val="dk1"/>
              </a:buClr>
              <a:buSzPts val="2400"/>
              <a:buChar char="•"/>
              <a:defRPr sz="2400">
                <a:solidFill>
                  <a:schemeClr val="dk1"/>
                </a:solidFill>
              </a:defRPr>
            </a:lvl1pPr>
            <a:lvl2pPr marL="914400" lvl="1" indent="-355600" algn="ctr">
              <a:spcBef>
                <a:spcPts val="400"/>
              </a:spcBef>
              <a:spcAft>
                <a:spcPts val="0"/>
              </a:spcAft>
              <a:buClr>
                <a:schemeClr val="dk1"/>
              </a:buClr>
              <a:buSzPts val="2000"/>
              <a:buChar char="–"/>
              <a:defRPr sz="2000">
                <a:solidFill>
                  <a:schemeClr val="dk1"/>
                </a:solidFill>
              </a:defRPr>
            </a:lvl2pPr>
            <a:lvl3pPr marL="1371600" lvl="2" indent="-342900" algn="ctr">
              <a:spcBef>
                <a:spcPts val="360"/>
              </a:spcBef>
              <a:spcAft>
                <a:spcPts val="0"/>
              </a:spcAft>
              <a:buClr>
                <a:schemeClr val="dk1"/>
              </a:buClr>
              <a:buSzPts val="1800"/>
              <a:buChar char="•"/>
              <a:defRPr sz="1800">
                <a:solidFill>
                  <a:schemeClr val="dk1"/>
                </a:solidFill>
              </a:defRPr>
            </a:lvl3pPr>
            <a:lvl4pPr marL="1828800" lvl="3" indent="-330200" algn="ctr">
              <a:spcBef>
                <a:spcPts val="320"/>
              </a:spcBef>
              <a:spcAft>
                <a:spcPts val="0"/>
              </a:spcAft>
              <a:buClr>
                <a:schemeClr val="dk1"/>
              </a:buClr>
              <a:buSzPts val="1600"/>
              <a:buChar char="–"/>
              <a:defRPr sz="1600">
                <a:solidFill>
                  <a:schemeClr val="dk1"/>
                </a:solidFill>
              </a:defRPr>
            </a:lvl4pPr>
            <a:lvl5pPr marL="2286000" lvl="4" indent="-330200" algn="ctr">
              <a:spcBef>
                <a:spcPts val="320"/>
              </a:spcBef>
              <a:spcAft>
                <a:spcPts val="0"/>
              </a:spcAft>
              <a:buClr>
                <a:schemeClr val="dk1"/>
              </a:buClr>
              <a:buSzPts val="1600"/>
              <a:buChar char="»"/>
              <a:defRPr sz="1600">
                <a:solidFill>
                  <a:schemeClr val="dk1"/>
                </a:solidFill>
              </a:defRPr>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79" name="Google Shape;79;p17"/>
          <p:cNvSpPr txBox="1">
            <a:spLocks noGrp="1"/>
          </p:cNvSpPr>
          <p:nvPr>
            <p:ph type="body" idx="3"/>
          </p:nvPr>
        </p:nvSpPr>
        <p:spPr>
          <a:xfrm>
            <a:off x="4572000" y="1502815"/>
            <a:ext cx="4041775" cy="479822"/>
          </a:xfrm>
          <a:prstGeom prst="rect">
            <a:avLst/>
          </a:prstGeom>
          <a:noFill/>
          <a:ln>
            <a:noFill/>
          </a:ln>
        </p:spPr>
        <p:txBody>
          <a:bodyPr spcFirstLastPara="1" wrap="square" lIns="91425" tIns="45700" rIns="91425" bIns="45700" anchor="b" anchorCtr="0">
            <a:normAutofit/>
          </a:bodyPr>
          <a:lstStyle>
            <a:lvl1pPr marL="457200" lvl="0" indent="-228600" algn="ctr">
              <a:spcBef>
                <a:spcPts val="480"/>
              </a:spcBef>
              <a:spcAft>
                <a:spcPts val="0"/>
              </a:spcAft>
              <a:buClr>
                <a:schemeClr val="dk1"/>
              </a:buClr>
              <a:buSzPts val="2400"/>
              <a:buNone/>
              <a:defRPr sz="2400" b="1">
                <a:solidFill>
                  <a:schemeClr val="dk1"/>
                </a:solidFill>
              </a:defRPr>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80" name="Google Shape;80;p17"/>
          <p:cNvSpPr txBox="1">
            <a:spLocks noGrp="1"/>
          </p:cNvSpPr>
          <p:nvPr>
            <p:ph type="body" idx="4"/>
          </p:nvPr>
        </p:nvSpPr>
        <p:spPr>
          <a:xfrm>
            <a:off x="4572000" y="1934335"/>
            <a:ext cx="4041775" cy="2137871"/>
          </a:xfrm>
          <a:prstGeom prst="rect">
            <a:avLst/>
          </a:prstGeom>
          <a:noFill/>
          <a:ln>
            <a:noFill/>
          </a:ln>
        </p:spPr>
        <p:txBody>
          <a:bodyPr spcFirstLastPara="1" wrap="square" lIns="91425" tIns="45700" rIns="91425" bIns="45700" anchor="t" anchorCtr="0">
            <a:normAutofit/>
          </a:bodyPr>
          <a:lstStyle>
            <a:lvl1pPr marL="457200" lvl="0" indent="-381000" algn="ctr">
              <a:spcBef>
                <a:spcPts val="480"/>
              </a:spcBef>
              <a:spcAft>
                <a:spcPts val="0"/>
              </a:spcAft>
              <a:buClr>
                <a:schemeClr val="dk1"/>
              </a:buClr>
              <a:buSzPts val="2400"/>
              <a:buChar char="•"/>
              <a:defRPr sz="2400">
                <a:solidFill>
                  <a:schemeClr val="dk1"/>
                </a:solidFill>
              </a:defRPr>
            </a:lvl1pPr>
            <a:lvl2pPr marL="914400" lvl="1" indent="-355600" algn="ctr">
              <a:spcBef>
                <a:spcPts val="400"/>
              </a:spcBef>
              <a:spcAft>
                <a:spcPts val="0"/>
              </a:spcAft>
              <a:buClr>
                <a:schemeClr val="dk1"/>
              </a:buClr>
              <a:buSzPts val="2000"/>
              <a:buChar char="–"/>
              <a:defRPr sz="2000">
                <a:solidFill>
                  <a:schemeClr val="dk1"/>
                </a:solidFill>
              </a:defRPr>
            </a:lvl2pPr>
            <a:lvl3pPr marL="1371600" lvl="2" indent="-342900" algn="ctr">
              <a:spcBef>
                <a:spcPts val="360"/>
              </a:spcBef>
              <a:spcAft>
                <a:spcPts val="0"/>
              </a:spcAft>
              <a:buClr>
                <a:schemeClr val="dk1"/>
              </a:buClr>
              <a:buSzPts val="1800"/>
              <a:buChar char="•"/>
              <a:defRPr sz="1800">
                <a:solidFill>
                  <a:schemeClr val="dk1"/>
                </a:solidFill>
              </a:defRPr>
            </a:lvl3pPr>
            <a:lvl4pPr marL="1828800" lvl="3" indent="-330200" algn="ctr">
              <a:spcBef>
                <a:spcPts val="320"/>
              </a:spcBef>
              <a:spcAft>
                <a:spcPts val="0"/>
              </a:spcAft>
              <a:buClr>
                <a:schemeClr val="dk1"/>
              </a:buClr>
              <a:buSzPts val="1600"/>
              <a:buChar char="–"/>
              <a:defRPr sz="1600">
                <a:solidFill>
                  <a:schemeClr val="dk1"/>
                </a:solidFill>
              </a:defRPr>
            </a:lvl4pPr>
            <a:lvl5pPr marL="2286000" lvl="4" indent="-330200" algn="ctr">
              <a:spcBef>
                <a:spcPts val="320"/>
              </a:spcBef>
              <a:spcAft>
                <a:spcPts val="0"/>
              </a:spcAft>
              <a:buClr>
                <a:schemeClr val="dk1"/>
              </a:buClr>
              <a:buSzPts val="1600"/>
              <a:buChar char="»"/>
              <a:defRPr sz="1600">
                <a:solidFill>
                  <a:schemeClr val="dk1"/>
                </a:solidFill>
              </a:defRPr>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81" name="Google Shape;81;p17"/>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4"/>
        <p:cNvGrpSpPr/>
        <p:nvPr/>
      </p:nvGrpSpPr>
      <p:grpSpPr>
        <a:xfrm>
          <a:off x="0" y="0"/>
          <a:ext cx="0" cy="0"/>
          <a:chOff x="0" y="0"/>
          <a:chExt cx="0" cy="0"/>
        </a:xfrm>
      </p:grpSpPr>
      <p:sp>
        <p:nvSpPr>
          <p:cNvPr id="85" name="Google Shape;85;p18"/>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8"/>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8"/>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8"/>
        <p:cNvGrpSpPr/>
        <p:nvPr/>
      </p:nvGrpSpPr>
      <p:grpSpPr>
        <a:xfrm>
          <a:off x="0" y="0"/>
          <a:ext cx="0" cy="0"/>
          <a:chOff x="0" y="0"/>
          <a:chExt cx="0" cy="0"/>
        </a:xfrm>
      </p:grpSpPr>
      <p:sp>
        <p:nvSpPr>
          <p:cNvPr id="89" name="Google Shape;89;p19"/>
          <p:cNvSpPr txBox="1">
            <a:spLocks noGrp="1"/>
          </p:cNvSpPr>
          <p:nvPr>
            <p:ph type="title"/>
          </p:nvPr>
        </p:nvSpPr>
        <p:spPr>
          <a:xfrm>
            <a:off x="722313" y="3305176"/>
            <a:ext cx="7772400" cy="1021556"/>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9"/>
          <p:cNvSpPr txBox="1">
            <a:spLocks noGrp="1"/>
          </p:cNvSpPr>
          <p:nvPr>
            <p:ph type="body" idx="1"/>
          </p:nvPr>
        </p:nvSpPr>
        <p:spPr>
          <a:xfrm>
            <a:off x="722313" y="2180035"/>
            <a:ext cx="7772400" cy="1125140"/>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91" name="Google Shape;91;p19"/>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9"/>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9"/>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94"/>
        <p:cNvGrpSpPr/>
        <p:nvPr/>
      </p:nvGrpSpPr>
      <p:grpSpPr>
        <a:xfrm>
          <a:off x="0" y="0"/>
          <a:ext cx="0" cy="0"/>
          <a:chOff x="0" y="0"/>
          <a:chExt cx="0" cy="0"/>
        </a:xfrm>
      </p:grpSpPr>
      <p:sp>
        <p:nvSpPr>
          <p:cNvPr id="95" name="Google Shape;95;p20"/>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20"/>
          <p:cNvSpPr txBox="1">
            <a:spLocks noGrp="1"/>
          </p:cNvSpPr>
          <p:nvPr>
            <p:ph type="body" idx="1"/>
          </p:nvPr>
        </p:nvSpPr>
        <p:spPr>
          <a:xfrm>
            <a:off x="457200" y="1200151"/>
            <a:ext cx="4038600" cy="3394472"/>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97" name="Google Shape;97;p20"/>
          <p:cNvSpPr txBox="1">
            <a:spLocks noGrp="1"/>
          </p:cNvSpPr>
          <p:nvPr>
            <p:ph type="body" idx="2"/>
          </p:nvPr>
        </p:nvSpPr>
        <p:spPr>
          <a:xfrm>
            <a:off x="4648200" y="1200151"/>
            <a:ext cx="4038600" cy="3394472"/>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98" name="Google Shape;98;p20"/>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20"/>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20"/>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1"/>
        <p:cNvGrpSpPr/>
        <p:nvPr/>
      </p:nvGrpSpPr>
      <p:grpSpPr>
        <a:xfrm>
          <a:off x="0" y="0"/>
          <a:ext cx="0" cy="0"/>
          <a:chOff x="0" y="0"/>
          <a:chExt cx="0" cy="0"/>
        </a:xfrm>
      </p:grpSpPr>
      <p:sp>
        <p:nvSpPr>
          <p:cNvPr id="102" name="Google Shape;102;p21"/>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3" name="Google Shape;103;p21"/>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21"/>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21"/>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457201" y="204787"/>
            <a:ext cx="3008313" cy="8715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 name="Google Shape;108;p22"/>
          <p:cNvSpPr txBox="1">
            <a:spLocks noGrp="1"/>
          </p:cNvSpPr>
          <p:nvPr>
            <p:ph type="body" idx="1"/>
          </p:nvPr>
        </p:nvSpPr>
        <p:spPr>
          <a:xfrm>
            <a:off x="3575050" y="204788"/>
            <a:ext cx="5111750" cy="4389835"/>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09" name="Google Shape;109;p22"/>
          <p:cNvSpPr txBox="1">
            <a:spLocks noGrp="1"/>
          </p:cNvSpPr>
          <p:nvPr>
            <p:ph type="body" idx="2"/>
          </p:nvPr>
        </p:nvSpPr>
        <p:spPr>
          <a:xfrm>
            <a:off x="457201" y="1076326"/>
            <a:ext cx="3008313" cy="3518297"/>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10" name="Google Shape;110;p22"/>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22"/>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22"/>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1792288" y="3600450"/>
            <a:ext cx="5486400" cy="425054"/>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5" name="Google Shape;115;p23"/>
          <p:cNvSpPr>
            <a:spLocks noGrp="1"/>
          </p:cNvSpPr>
          <p:nvPr>
            <p:ph type="pic" idx="2"/>
          </p:nvPr>
        </p:nvSpPr>
        <p:spPr>
          <a:xfrm>
            <a:off x="1792288" y="459581"/>
            <a:ext cx="5486400" cy="3086100"/>
          </a:xfrm>
          <a:prstGeom prst="rect">
            <a:avLst/>
          </a:prstGeom>
          <a:noFill/>
          <a:ln>
            <a:noFill/>
          </a:ln>
        </p:spPr>
      </p:sp>
      <p:sp>
        <p:nvSpPr>
          <p:cNvPr id="116" name="Google Shape;116;p23"/>
          <p:cNvSpPr txBox="1">
            <a:spLocks noGrp="1"/>
          </p:cNvSpPr>
          <p:nvPr>
            <p:ph type="body" idx="1"/>
          </p:nvPr>
        </p:nvSpPr>
        <p:spPr>
          <a:xfrm>
            <a:off x="1792288" y="4025503"/>
            <a:ext cx="5486400" cy="603647"/>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17" name="Google Shape;117;p23"/>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23"/>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23"/>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0"/>
        <p:cNvGrpSpPr/>
        <p:nvPr/>
      </p:nvGrpSpPr>
      <p:grpSpPr>
        <a:xfrm>
          <a:off x="0" y="0"/>
          <a:ext cx="0" cy="0"/>
          <a:chOff x="0" y="0"/>
          <a:chExt cx="0" cy="0"/>
        </a:xfrm>
      </p:grpSpPr>
      <p:sp>
        <p:nvSpPr>
          <p:cNvPr id="121" name="Google Shape;121;p24"/>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2" name="Google Shape;122;p24"/>
          <p:cNvSpPr txBox="1">
            <a:spLocks noGrp="1"/>
          </p:cNvSpPr>
          <p:nvPr>
            <p:ph type="body" idx="1"/>
          </p:nvPr>
        </p:nvSpPr>
        <p:spPr>
          <a:xfrm rot="5400000">
            <a:off x="2874764" y="-1217413"/>
            <a:ext cx="3394472"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23" name="Google Shape;123;p24"/>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4" name="Google Shape;124;p24"/>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5" name="Google Shape;125;p24"/>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26"/>
        <p:cNvGrpSpPr/>
        <p:nvPr/>
      </p:nvGrpSpPr>
      <p:grpSpPr>
        <a:xfrm>
          <a:off x="0" y="0"/>
          <a:ext cx="0" cy="0"/>
          <a:chOff x="0" y="0"/>
          <a:chExt cx="0" cy="0"/>
        </a:xfrm>
      </p:grpSpPr>
      <p:sp>
        <p:nvSpPr>
          <p:cNvPr id="127" name="Google Shape;127;p25"/>
          <p:cNvSpPr txBox="1">
            <a:spLocks noGrp="1"/>
          </p:cNvSpPr>
          <p:nvPr>
            <p:ph type="title"/>
          </p:nvPr>
        </p:nvSpPr>
        <p:spPr>
          <a:xfrm rot="5400000">
            <a:off x="5463778" y="1371601"/>
            <a:ext cx="4388644"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8" name="Google Shape;128;p25"/>
          <p:cNvSpPr txBox="1">
            <a:spLocks noGrp="1"/>
          </p:cNvSpPr>
          <p:nvPr>
            <p:ph type="body" idx="1"/>
          </p:nvPr>
        </p:nvSpPr>
        <p:spPr>
          <a:xfrm rot="5400000">
            <a:off x="1272778" y="-609599"/>
            <a:ext cx="4388644"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29" name="Google Shape;129;p25"/>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25"/>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2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pic>
        <p:nvPicPr>
          <p:cNvPr id="132" name="Google Shape;132;p25" descr="E:\websites\free-power-point-templates\2012\logos.png"/>
          <p:cNvPicPr preferRelativeResize="0"/>
          <p:nvPr/>
        </p:nvPicPr>
        <p:blipFill rotWithShape="1">
          <a:blip r:embed="rId2">
            <a:alphaModFix/>
          </a:blip>
          <a:srcRect/>
          <a:stretch/>
        </p:blipFill>
        <p:spPr>
          <a:xfrm>
            <a:off x="3918306" y="2326213"/>
            <a:ext cx="1463784" cy="526961"/>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ustom layout">
  <p:cSld name="AUTOLAYOUT">
    <p:spTree>
      <p:nvGrpSpPr>
        <p:cNvPr id="1" name="Shape 133"/>
        <p:cNvGrpSpPr/>
        <p:nvPr/>
      </p:nvGrpSpPr>
      <p:grpSpPr>
        <a:xfrm>
          <a:off x="0" y="0"/>
          <a:ext cx="0" cy="0"/>
          <a:chOff x="0" y="0"/>
          <a:chExt cx="0" cy="0"/>
        </a:xfrm>
      </p:grpSpPr>
      <p:sp>
        <p:nvSpPr>
          <p:cNvPr id="134" name="Google Shape;134;p26"/>
          <p:cNvSpPr/>
          <p:nvPr/>
        </p:nvSpPr>
        <p:spPr>
          <a:xfrm>
            <a:off x="-100" y="-125"/>
            <a:ext cx="9144000" cy="5143500"/>
          </a:xfrm>
          <a:prstGeom prst="rect">
            <a:avLst/>
          </a:prstGeom>
          <a:gradFill>
            <a:gsLst>
              <a:gs pos="0">
                <a:srgbClr val="696969"/>
              </a:gs>
              <a:gs pos="100000">
                <a:srgbClr val="1D1D1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6"/>
          <p:cNvSpPr/>
          <p:nvPr/>
        </p:nvSpPr>
        <p:spPr>
          <a:xfrm>
            <a:off x="0" y="0"/>
            <a:ext cx="3789300" cy="5143500"/>
          </a:xfrm>
          <a:prstGeom prst="rect">
            <a:avLst/>
          </a:prstGeom>
          <a:solidFill>
            <a:srgbClr val="C628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6"/>
          <p:cNvSpPr txBox="1">
            <a:spLocks noGrp="1"/>
          </p:cNvSpPr>
          <p:nvPr>
            <p:ph type="title"/>
          </p:nvPr>
        </p:nvSpPr>
        <p:spPr>
          <a:xfrm>
            <a:off x="265500" y="316700"/>
            <a:ext cx="3163500" cy="26076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rgbClr val="FFFFFF"/>
              </a:buClr>
              <a:buSzPts val="3600"/>
              <a:buNone/>
              <a:defRPr sz="3600">
                <a:solidFill>
                  <a:srgbClr val="FFFFFF"/>
                </a:solidFill>
              </a:defRPr>
            </a:lvl1pPr>
            <a:lvl2pPr lvl="1" algn="l">
              <a:lnSpc>
                <a:spcPct val="100000"/>
              </a:lnSpc>
              <a:spcBef>
                <a:spcPts val="0"/>
              </a:spcBef>
              <a:spcAft>
                <a:spcPts val="0"/>
              </a:spcAft>
              <a:buClr>
                <a:srgbClr val="FFFFFF"/>
              </a:buClr>
              <a:buSzPts val="3600"/>
              <a:buNone/>
              <a:defRPr sz="3600">
                <a:solidFill>
                  <a:srgbClr val="FFFFFF"/>
                </a:solidFill>
              </a:defRPr>
            </a:lvl2pPr>
            <a:lvl3pPr lvl="2" algn="l">
              <a:lnSpc>
                <a:spcPct val="100000"/>
              </a:lnSpc>
              <a:spcBef>
                <a:spcPts val="0"/>
              </a:spcBef>
              <a:spcAft>
                <a:spcPts val="0"/>
              </a:spcAft>
              <a:buClr>
                <a:srgbClr val="FFFFFF"/>
              </a:buClr>
              <a:buSzPts val="3600"/>
              <a:buNone/>
              <a:defRPr sz="3600">
                <a:solidFill>
                  <a:srgbClr val="FFFFFF"/>
                </a:solidFill>
              </a:defRPr>
            </a:lvl3pPr>
            <a:lvl4pPr lvl="3" algn="l">
              <a:lnSpc>
                <a:spcPct val="100000"/>
              </a:lnSpc>
              <a:spcBef>
                <a:spcPts val="0"/>
              </a:spcBef>
              <a:spcAft>
                <a:spcPts val="0"/>
              </a:spcAft>
              <a:buClr>
                <a:srgbClr val="FFFFFF"/>
              </a:buClr>
              <a:buSzPts val="3600"/>
              <a:buNone/>
              <a:defRPr sz="3600">
                <a:solidFill>
                  <a:srgbClr val="FFFFFF"/>
                </a:solidFill>
              </a:defRPr>
            </a:lvl4pPr>
            <a:lvl5pPr lvl="4" algn="l">
              <a:lnSpc>
                <a:spcPct val="100000"/>
              </a:lnSpc>
              <a:spcBef>
                <a:spcPts val="0"/>
              </a:spcBef>
              <a:spcAft>
                <a:spcPts val="0"/>
              </a:spcAft>
              <a:buClr>
                <a:srgbClr val="FFFFFF"/>
              </a:buClr>
              <a:buSzPts val="3600"/>
              <a:buNone/>
              <a:defRPr sz="3600">
                <a:solidFill>
                  <a:srgbClr val="FFFFFF"/>
                </a:solidFill>
              </a:defRPr>
            </a:lvl5pPr>
            <a:lvl6pPr lvl="5" algn="l">
              <a:lnSpc>
                <a:spcPct val="100000"/>
              </a:lnSpc>
              <a:spcBef>
                <a:spcPts val="0"/>
              </a:spcBef>
              <a:spcAft>
                <a:spcPts val="0"/>
              </a:spcAft>
              <a:buClr>
                <a:srgbClr val="FFFFFF"/>
              </a:buClr>
              <a:buSzPts val="3600"/>
              <a:buNone/>
              <a:defRPr sz="3600">
                <a:solidFill>
                  <a:srgbClr val="FFFFFF"/>
                </a:solidFill>
              </a:defRPr>
            </a:lvl6pPr>
            <a:lvl7pPr lvl="6" algn="l">
              <a:lnSpc>
                <a:spcPct val="100000"/>
              </a:lnSpc>
              <a:spcBef>
                <a:spcPts val="0"/>
              </a:spcBef>
              <a:spcAft>
                <a:spcPts val="0"/>
              </a:spcAft>
              <a:buClr>
                <a:srgbClr val="FFFFFF"/>
              </a:buClr>
              <a:buSzPts val="3600"/>
              <a:buNone/>
              <a:defRPr sz="3600">
                <a:solidFill>
                  <a:srgbClr val="FFFFFF"/>
                </a:solidFill>
              </a:defRPr>
            </a:lvl7pPr>
            <a:lvl8pPr lvl="7" algn="l">
              <a:lnSpc>
                <a:spcPct val="100000"/>
              </a:lnSpc>
              <a:spcBef>
                <a:spcPts val="0"/>
              </a:spcBef>
              <a:spcAft>
                <a:spcPts val="0"/>
              </a:spcAft>
              <a:buClr>
                <a:srgbClr val="FFFFFF"/>
              </a:buClr>
              <a:buSzPts val="3600"/>
              <a:buNone/>
              <a:defRPr sz="3600">
                <a:solidFill>
                  <a:srgbClr val="FFFFFF"/>
                </a:solidFill>
              </a:defRPr>
            </a:lvl8pPr>
            <a:lvl9pPr lvl="8" algn="l">
              <a:lnSpc>
                <a:spcPct val="100000"/>
              </a:lnSpc>
              <a:spcBef>
                <a:spcPts val="0"/>
              </a:spcBef>
              <a:spcAft>
                <a:spcPts val="0"/>
              </a:spcAft>
              <a:buClr>
                <a:srgbClr val="FFFFFF"/>
              </a:buClr>
              <a:buSzPts val="3600"/>
              <a:buNone/>
              <a:defRPr sz="3600">
                <a:solidFill>
                  <a:srgbClr val="FFFFFF"/>
                </a:solidFill>
              </a:defRPr>
            </a:lvl9pPr>
          </a:lstStyle>
          <a:p>
            <a:endParaRPr/>
          </a:p>
        </p:txBody>
      </p:sp>
      <p:sp>
        <p:nvSpPr>
          <p:cNvPr id="137" name="Google Shape;137;p26"/>
          <p:cNvSpPr txBox="1">
            <a:spLocks noGrp="1"/>
          </p:cNvSpPr>
          <p:nvPr>
            <p:ph type="body" idx="1"/>
          </p:nvPr>
        </p:nvSpPr>
        <p:spPr>
          <a:xfrm>
            <a:off x="4283675" y="316700"/>
            <a:ext cx="4407300" cy="3834000"/>
          </a:xfrm>
          <a:prstGeom prst="rect">
            <a:avLst/>
          </a:prstGeom>
          <a:noFill/>
          <a:ln>
            <a:noFill/>
          </a:ln>
        </p:spPr>
        <p:txBody>
          <a:bodyPr spcFirstLastPara="1" wrap="square" lIns="91425" tIns="45700" rIns="91425" bIns="45700" anchor="t" anchorCtr="0">
            <a:normAutofit/>
          </a:bodyPr>
          <a:lstStyle>
            <a:lvl1pPr marL="457200" lvl="0" indent="-342900" algn="l">
              <a:lnSpc>
                <a:spcPct val="115000"/>
              </a:lnSpc>
              <a:spcBef>
                <a:spcPts val="640"/>
              </a:spcBef>
              <a:spcAft>
                <a:spcPts val="0"/>
              </a:spcAft>
              <a:buClr>
                <a:srgbClr val="FFFFFF"/>
              </a:buClr>
              <a:buSzPts val="1800"/>
              <a:buChar char="•"/>
              <a:defRPr sz="1800">
                <a:solidFill>
                  <a:srgbClr val="FFFFFF"/>
                </a:solidFill>
              </a:defRPr>
            </a:lvl1pPr>
            <a:lvl2pPr marL="914400" lvl="1" indent="-406400" algn="l">
              <a:lnSpc>
                <a:spcPct val="115000"/>
              </a:lnSpc>
              <a:spcBef>
                <a:spcPts val="1600"/>
              </a:spcBef>
              <a:spcAft>
                <a:spcPts val="0"/>
              </a:spcAft>
              <a:buClr>
                <a:srgbClr val="FFFFFF"/>
              </a:buClr>
              <a:buSzPts val="2800"/>
              <a:buChar char="–"/>
              <a:defRPr sz="1400">
                <a:solidFill>
                  <a:srgbClr val="FFFFFF"/>
                </a:solidFill>
              </a:defRPr>
            </a:lvl2pPr>
            <a:lvl3pPr marL="1371600" lvl="2" indent="-381000" algn="l">
              <a:lnSpc>
                <a:spcPct val="115000"/>
              </a:lnSpc>
              <a:spcBef>
                <a:spcPts val="1600"/>
              </a:spcBef>
              <a:spcAft>
                <a:spcPts val="0"/>
              </a:spcAft>
              <a:buClr>
                <a:srgbClr val="FFFFFF"/>
              </a:buClr>
              <a:buSzPts val="2400"/>
              <a:buChar char="•"/>
              <a:defRPr sz="1400">
                <a:solidFill>
                  <a:srgbClr val="FFFFFF"/>
                </a:solidFill>
              </a:defRPr>
            </a:lvl3pPr>
            <a:lvl4pPr marL="1828800" lvl="3" indent="-355600" algn="l">
              <a:lnSpc>
                <a:spcPct val="115000"/>
              </a:lnSpc>
              <a:spcBef>
                <a:spcPts val="1600"/>
              </a:spcBef>
              <a:spcAft>
                <a:spcPts val="0"/>
              </a:spcAft>
              <a:buClr>
                <a:srgbClr val="FFFFFF"/>
              </a:buClr>
              <a:buSzPts val="2000"/>
              <a:buChar char="–"/>
              <a:defRPr sz="1400">
                <a:solidFill>
                  <a:srgbClr val="FFFFFF"/>
                </a:solidFill>
              </a:defRPr>
            </a:lvl4pPr>
            <a:lvl5pPr marL="2286000" lvl="4" indent="-355600" algn="l">
              <a:lnSpc>
                <a:spcPct val="115000"/>
              </a:lnSpc>
              <a:spcBef>
                <a:spcPts val="1600"/>
              </a:spcBef>
              <a:spcAft>
                <a:spcPts val="0"/>
              </a:spcAft>
              <a:buClr>
                <a:srgbClr val="FFFFFF"/>
              </a:buClr>
              <a:buSzPts val="2000"/>
              <a:buChar char="»"/>
              <a:defRPr sz="1400">
                <a:solidFill>
                  <a:srgbClr val="FFFFFF"/>
                </a:solidFill>
              </a:defRPr>
            </a:lvl5pPr>
            <a:lvl6pPr marL="2743200" lvl="5" indent="-355600" algn="l">
              <a:lnSpc>
                <a:spcPct val="115000"/>
              </a:lnSpc>
              <a:spcBef>
                <a:spcPts val="1600"/>
              </a:spcBef>
              <a:spcAft>
                <a:spcPts val="0"/>
              </a:spcAft>
              <a:buClr>
                <a:srgbClr val="FFFFFF"/>
              </a:buClr>
              <a:buSzPts val="2000"/>
              <a:buChar char="•"/>
              <a:defRPr sz="1400">
                <a:solidFill>
                  <a:srgbClr val="FFFFFF"/>
                </a:solidFill>
              </a:defRPr>
            </a:lvl6pPr>
            <a:lvl7pPr marL="3200400" lvl="6" indent="-355600" algn="l">
              <a:lnSpc>
                <a:spcPct val="115000"/>
              </a:lnSpc>
              <a:spcBef>
                <a:spcPts val="1600"/>
              </a:spcBef>
              <a:spcAft>
                <a:spcPts val="0"/>
              </a:spcAft>
              <a:buClr>
                <a:srgbClr val="FFFFFF"/>
              </a:buClr>
              <a:buSzPts val="2000"/>
              <a:buChar char="•"/>
              <a:defRPr sz="1400">
                <a:solidFill>
                  <a:srgbClr val="FFFFFF"/>
                </a:solidFill>
              </a:defRPr>
            </a:lvl7pPr>
            <a:lvl8pPr marL="3657600" lvl="7" indent="-355600" algn="l">
              <a:lnSpc>
                <a:spcPct val="115000"/>
              </a:lnSpc>
              <a:spcBef>
                <a:spcPts val="1600"/>
              </a:spcBef>
              <a:spcAft>
                <a:spcPts val="0"/>
              </a:spcAft>
              <a:buClr>
                <a:srgbClr val="FFFFFF"/>
              </a:buClr>
              <a:buSzPts val="2000"/>
              <a:buChar char="•"/>
              <a:defRPr sz="1400">
                <a:solidFill>
                  <a:srgbClr val="FFFFFF"/>
                </a:solidFill>
              </a:defRPr>
            </a:lvl8pPr>
            <a:lvl9pPr marL="4114800" lvl="8" indent="-355600" algn="l">
              <a:lnSpc>
                <a:spcPct val="115000"/>
              </a:lnSpc>
              <a:spcBef>
                <a:spcPts val="1600"/>
              </a:spcBef>
              <a:spcAft>
                <a:spcPts val="1600"/>
              </a:spcAft>
              <a:buClr>
                <a:srgbClr val="FFFFFF"/>
              </a:buClr>
              <a:buSzPts val="2000"/>
              <a:buChar char="•"/>
              <a:defRPr sz="1400">
                <a:solidFill>
                  <a:srgbClr val="FFFFFF"/>
                </a:solidFill>
              </a:defRPr>
            </a:lvl9pPr>
          </a:lstStyle>
          <a:p>
            <a:endParaRPr/>
          </a:p>
        </p:txBody>
      </p:sp>
      <p:sp>
        <p:nvSpPr>
          <p:cNvPr id="138" name="Google Shape;138;p26"/>
          <p:cNvSpPr txBox="1">
            <a:spLocks noGrp="1"/>
          </p:cNvSpPr>
          <p:nvPr>
            <p:ph type="sldNum" idx="12"/>
          </p:nvPr>
        </p:nvSpPr>
        <p:spPr>
          <a:xfrm>
            <a:off x="8472458" y="4663217"/>
            <a:ext cx="548700" cy="393600"/>
          </a:xfrm>
          <a:prstGeom prst="rect">
            <a:avLst/>
          </a:prstGeom>
          <a:noFill/>
        </p:spPr>
        <p:txBody>
          <a:bodyPr spcFirstLastPara="1" wrap="square" lIns="91425" tIns="45700" rIns="91425" bIns="45700" anchor="ctr" anchorCtr="0">
            <a:noAutofit/>
          </a:bodyPr>
          <a:lstStyle>
            <a:lvl1pPr lvl="0" algn="r">
              <a:lnSpc>
                <a:spcPct val="100000"/>
              </a:lnSpc>
              <a:spcAft>
                <a:spcPts val="0"/>
              </a:spcAft>
              <a:buNone/>
              <a:defRPr sz="1000">
                <a:solidFill>
                  <a:srgbClr val="FFFFFF"/>
                </a:solidFill>
              </a:defRPr>
            </a:lvl1pPr>
            <a:lvl2pPr lvl="1" algn="r">
              <a:lnSpc>
                <a:spcPct val="100000"/>
              </a:lnSpc>
              <a:spcAft>
                <a:spcPts val="0"/>
              </a:spcAft>
              <a:buNone/>
              <a:defRPr sz="1000">
                <a:solidFill>
                  <a:srgbClr val="FFFFFF"/>
                </a:solidFill>
              </a:defRPr>
            </a:lvl2pPr>
            <a:lvl3pPr lvl="2" algn="r">
              <a:lnSpc>
                <a:spcPct val="100000"/>
              </a:lnSpc>
              <a:spcAft>
                <a:spcPts val="0"/>
              </a:spcAft>
              <a:buNone/>
              <a:defRPr sz="1000">
                <a:solidFill>
                  <a:srgbClr val="FFFFFF"/>
                </a:solidFill>
              </a:defRPr>
            </a:lvl3pPr>
            <a:lvl4pPr lvl="3" algn="r">
              <a:lnSpc>
                <a:spcPct val="100000"/>
              </a:lnSpc>
              <a:spcAft>
                <a:spcPts val="0"/>
              </a:spcAft>
              <a:buNone/>
              <a:defRPr sz="1000">
                <a:solidFill>
                  <a:srgbClr val="FFFFFF"/>
                </a:solidFill>
              </a:defRPr>
            </a:lvl4pPr>
            <a:lvl5pPr lvl="4" algn="r">
              <a:lnSpc>
                <a:spcPct val="100000"/>
              </a:lnSpc>
              <a:spcAft>
                <a:spcPts val="0"/>
              </a:spcAft>
              <a:buNone/>
              <a:defRPr sz="1000">
                <a:solidFill>
                  <a:srgbClr val="FFFFFF"/>
                </a:solidFill>
              </a:defRPr>
            </a:lvl5pPr>
            <a:lvl6pPr lvl="5" algn="r">
              <a:lnSpc>
                <a:spcPct val="100000"/>
              </a:lnSpc>
              <a:spcAft>
                <a:spcPts val="0"/>
              </a:spcAft>
              <a:buNone/>
              <a:defRPr sz="1000">
                <a:solidFill>
                  <a:srgbClr val="FFFFFF"/>
                </a:solidFill>
              </a:defRPr>
            </a:lvl6pPr>
            <a:lvl7pPr lvl="6" algn="r">
              <a:lnSpc>
                <a:spcPct val="100000"/>
              </a:lnSpc>
              <a:spcAft>
                <a:spcPts val="0"/>
              </a:spcAft>
              <a:buNone/>
              <a:defRPr sz="1000">
                <a:solidFill>
                  <a:srgbClr val="FFFFFF"/>
                </a:solidFill>
              </a:defRPr>
            </a:lvl7pPr>
            <a:lvl8pPr lvl="7" algn="r">
              <a:lnSpc>
                <a:spcPct val="100000"/>
              </a:lnSpc>
              <a:spcAft>
                <a:spcPts val="0"/>
              </a:spcAft>
              <a:buNone/>
              <a:defRPr sz="1000">
                <a:solidFill>
                  <a:srgbClr val="FFFFFF"/>
                </a:solidFill>
              </a:defRPr>
            </a:lvl8pPr>
            <a:lvl9pPr lvl="8" algn="r">
              <a:lnSpc>
                <a:spcPct val="100000"/>
              </a:lnSpc>
              <a:spcAft>
                <a:spcPts val="0"/>
              </a:spcAft>
              <a:buNone/>
              <a:defRPr sz="1000">
                <a:solidFill>
                  <a:srgbClr val="FFFFFF"/>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
        <p:nvSpPr>
          <p:cNvPr id="56" name="Google Shape;56;p13"/>
          <p:cNvSpPr txBox="1"/>
          <p:nvPr/>
        </p:nvSpPr>
        <p:spPr>
          <a:xfrm>
            <a:off x="-9150" y="5213747"/>
            <a:ext cx="8389625"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400" b="0" i="0" u="none" strike="noStrike" cap="none">
                <a:solidFill>
                  <a:srgbClr val="A5A5A5"/>
                </a:solidFill>
                <a:latin typeface="Calibri"/>
                <a:ea typeface="Calibri"/>
                <a:cs typeface="Calibri"/>
                <a:sym typeface="Calibri"/>
              </a:rPr>
              <a:t>This presentation uses a free template provided by FPPT.com</a:t>
            </a:r>
            <a:endParaRPr/>
          </a:p>
          <a:p>
            <a:pPr marL="0" marR="0" lvl="0" indent="0" algn="l" rtl="0">
              <a:spcBef>
                <a:spcPts val="0"/>
              </a:spcBef>
              <a:spcAft>
                <a:spcPts val="0"/>
              </a:spcAft>
              <a:buNone/>
            </a:pPr>
            <a:r>
              <a:rPr lang="en" sz="1400">
                <a:solidFill>
                  <a:srgbClr val="A5A5A5"/>
                </a:solidFill>
                <a:latin typeface="Calibri"/>
                <a:ea typeface="Calibri"/>
                <a:cs typeface="Calibri"/>
                <a:sym typeface="Calibri"/>
              </a:rPr>
              <a:t>www.free-power-point-templates.com</a:t>
            </a:r>
            <a:endParaRPr/>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hyperlink" Target="https://aip.scitation.org/doi/abs/10.1063/1.5118105" TargetMode="External"/><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hyperlink" Target="https://www.smart-energy.com/industry-sectors/new-technology/energy-generated-from-footsteps-can-power-indias-green-revolution-study/" TargetMode="External"/><Relationship Id="rId4" Type="http://schemas.openxmlformats.org/officeDocument/2006/relationships/hyperlink" Target="https://www.ijraset.com/research-paper/footstep-power-generation-using-piezoelectric-sensor"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8.xml"/><Relationship Id="rId5"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9"/>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r" rtl="0">
              <a:spcBef>
                <a:spcPts val="0"/>
              </a:spcBef>
              <a:spcAft>
                <a:spcPts val="0"/>
              </a:spcAft>
              <a:buClr>
                <a:schemeClr val="lt1"/>
              </a:buClr>
              <a:buSzPct val="100000"/>
              <a:buFont typeface="Calibri"/>
              <a:buNone/>
            </a:pPr>
            <a:r>
              <a:rPr lang="en" b="1" dirty="0"/>
              <a:t>CONTENTS</a:t>
            </a:r>
            <a:endParaRPr b="1" dirty="0"/>
          </a:p>
        </p:txBody>
      </p:sp>
      <p:sp>
        <p:nvSpPr>
          <p:cNvPr id="3" name="Text Placeholder 2">
            <a:extLst>
              <a:ext uri="{FF2B5EF4-FFF2-40B4-BE49-F238E27FC236}">
                <a16:creationId xmlns:a16="http://schemas.microsoft.com/office/drawing/2014/main" xmlns="" id="{97699789-ECB7-4BC8-FDB2-C6F021D45FC1}"/>
              </a:ext>
            </a:extLst>
          </p:cNvPr>
          <p:cNvSpPr>
            <a:spLocks noGrp="1"/>
          </p:cNvSpPr>
          <p:nvPr>
            <p:ph type="body" idx="1"/>
          </p:nvPr>
        </p:nvSpPr>
        <p:spPr>
          <a:xfrm>
            <a:off x="625927" y="1324428"/>
            <a:ext cx="8744857" cy="3456214"/>
          </a:xfrm>
        </p:spPr>
        <p:txBody>
          <a:bodyPr>
            <a:normAutofit/>
          </a:bodyPr>
          <a:lstStyle/>
          <a:p>
            <a:r>
              <a:rPr lang="en-GB" sz="1900" dirty="0">
                <a:latin typeface="Times New Roman" panose="02020603050405020304" pitchFamily="18" charset="0"/>
                <a:cs typeface="Times New Roman" panose="02020603050405020304" pitchFamily="18" charset="0"/>
              </a:rPr>
              <a:t>INTRODUCTION
BLOCK DIAGRAM
APP DEVELOPMENT
WORKING
PROS AND CONS
FUTURE SCOPE 
CONCLUSION</a:t>
            </a:r>
            <a:endParaRPr lang="en-IN" dirty="0"/>
          </a:p>
          <a:p>
            <a:endParaRPr lang="en-IN" dirty="0"/>
          </a:p>
          <a:p>
            <a:endParaRPr lang="en-IN" dirty="0"/>
          </a:p>
          <a:p>
            <a:endParaRPr lang="en-IN" dirty="0"/>
          </a:p>
        </p:txBody>
      </p:sp>
      <p:pic>
        <p:nvPicPr>
          <p:cNvPr id="5" name="Picture 4">
            <a:extLst>
              <a:ext uri="{FF2B5EF4-FFF2-40B4-BE49-F238E27FC236}">
                <a16:creationId xmlns:a16="http://schemas.microsoft.com/office/drawing/2014/main" xmlns="" id="{B122880E-D906-DE41-0A70-73E42B5CE358}"/>
              </a:ext>
            </a:extLst>
          </p:cNvPr>
          <p:cNvPicPr>
            <a:picLocks noChangeAspect="1"/>
          </p:cNvPicPr>
          <p:nvPr/>
        </p:nvPicPr>
        <p:blipFill>
          <a:blip r:embed="rId3"/>
          <a:stretch>
            <a:fillRect/>
          </a:stretch>
        </p:blipFill>
        <p:spPr>
          <a:xfrm>
            <a:off x="5651499" y="1637216"/>
            <a:ext cx="2767455" cy="283063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0"/>
          <p:cNvSpPr txBox="1">
            <a:spLocks noGrp="1"/>
          </p:cNvSpPr>
          <p:nvPr>
            <p:ph type="title"/>
          </p:nvPr>
        </p:nvSpPr>
        <p:spPr>
          <a:xfrm>
            <a:off x="265500" y="316700"/>
            <a:ext cx="3634200" cy="836400"/>
          </a:xfrm>
          <a:prstGeom prst="rect">
            <a:avLst/>
          </a:prstGeom>
        </p:spPr>
        <p:txBody>
          <a:bodyPr spcFirstLastPara="1" wrap="square" lIns="91425" tIns="45700" rIns="91425" bIns="45700" anchor="t" anchorCtr="0">
            <a:normAutofit fontScale="90000"/>
          </a:bodyPr>
          <a:lstStyle/>
          <a:p>
            <a:pPr marL="0" lvl="0" indent="0" algn="l" rtl="0">
              <a:spcBef>
                <a:spcPts val="0"/>
              </a:spcBef>
              <a:spcAft>
                <a:spcPts val="0"/>
              </a:spcAft>
              <a:buNone/>
            </a:pPr>
            <a:r>
              <a:rPr lang="en" b="1">
                <a:latin typeface="Merriweather"/>
                <a:ea typeface="Merriweather"/>
                <a:cs typeface="Merriweather"/>
                <a:sym typeface="Merriweather"/>
              </a:rPr>
              <a:t>INTRODUCTION</a:t>
            </a:r>
            <a:endParaRPr b="1">
              <a:latin typeface="Merriweather"/>
              <a:ea typeface="Merriweather"/>
              <a:cs typeface="Merriweather"/>
              <a:sym typeface="Merriweather"/>
            </a:endParaRPr>
          </a:p>
        </p:txBody>
      </p:sp>
      <p:sp>
        <p:nvSpPr>
          <p:cNvPr id="4" name="TextBox 3">
            <a:extLst>
              <a:ext uri="{FF2B5EF4-FFF2-40B4-BE49-F238E27FC236}">
                <a16:creationId xmlns:a16="http://schemas.microsoft.com/office/drawing/2014/main" xmlns="" id="{0762F11D-D138-B28F-CC75-6697890EE372}"/>
              </a:ext>
            </a:extLst>
          </p:cNvPr>
          <p:cNvSpPr txBox="1"/>
          <p:nvPr/>
        </p:nvSpPr>
        <p:spPr>
          <a:xfrm>
            <a:off x="353976" y="1063362"/>
            <a:ext cx="3025083" cy="3416320"/>
          </a:xfrm>
          <a:prstGeom prst="rect">
            <a:avLst/>
          </a:prstGeom>
          <a:noFill/>
        </p:spPr>
        <p:txBody>
          <a:bodyPr wrap="square" rtlCol="0">
            <a:spAutoFit/>
          </a:bodyPr>
          <a:lstStyle/>
          <a:p>
            <a:pPr marL="285750" indent="-285750">
              <a:buFont typeface="Arial" panose="020B0604020202020204" pitchFamily="34" charset="0"/>
              <a:buChar char="•"/>
            </a:pPr>
            <a:r>
              <a:rPr lang="en-GB" sz="1800" b="1" dirty="0">
                <a:solidFill>
                  <a:schemeClr val="bg1">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rPr>
              <a:t>This project examines the use of automobile vehicle keys that are connected to smartphones and can be accessed through RFID KEY and TAG. 
The technology used here is based on ARDUINO and some of them are equipped with BLUETOOTH MODULE HC-05 and RELAY.</a:t>
            </a:r>
            <a:endParaRPr lang="en-IN" sz="1800" b="1" dirty="0">
              <a:solidFill>
                <a:schemeClr val="bg1">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2" name="Picture 1"/>
          <p:cNvPicPr>
            <a:picLocks noChangeAspect="1"/>
          </p:cNvPicPr>
          <p:nvPr/>
        </p:nvPicPr>
        <p:blipFill>
          <a:blip r:embed="rId3"/>
          <a:stretch>
            <a:fillRect/>
          </a:stretch>
        </p:blipFill>
        <p:spPr>
          <a:xfrm>
            <a:off x="4715838" y="635995"/>
            <a:ext cx="3647326" cy="369006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9"/>
        <p:cNvGrpSpPr/>
        <p:nvPr/>
      </p:nvGrpSpPr>
      <p:grpSpPr>
        <a:xfrm>
          <a:off x="0" y="0"/>
          <a:ext cx="0" cy="0"/>
          <a:chOff x="0" y="0"/>
          <a:chExt cx="0" cy="0"/>
        </a:xfrm>
      </p:grpSpPr>
      <p:sp>
        <p:nvSpPr>
          <p:cNvPr id="171" name="Google Shape;171;p31"/>
          <p:cNvSpPr txBox="1"/>
          <p:nvPr/>
        </p:nvSpPr>
        <p:spPr>
          <a:xfrm>
            <a:off x="-1341100" y="1858113"/>
            <a:ext cx="4716000" cy="4002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endParaRPr/>
          </a:p>
        </p:txBody>
      </p:sp>
      <p:graphicFrame>
        <p:nvGraphicFramePr>
          <p:cNvPr id="4" name="Diagram 3">
            <a:extLst>
              <a:ext uri="{FF2B5EF4-FFF2-40B4-BE49-F238E27FC236}">
                <a16:creationId xmlns:a16="http://schemas.microsoft.com/office/drawing/2014/main" xmlns="" id="{D5E8785A-4CE4-21B4-FD08-71035C9A2D50}"/>
              </a:ext>
            </a:extLst>
          </p:cNvPr>
          <p:cNvGraphicFramePr/>
          <p:nvPr>
            <p:extLst>
              <p:ext uri="{D42A27DB-BD31-4B8C-83A1-F6EECF244321}">
                <p14:modId xmlns:p14="http://schemas.microsoft.com/office/powerpoint/2010/main" val="1630888803"/>
              </p:ext>
            </p:extLst>
          </p:nvPr>
        </p:nvGraphicFramePr>
        <p:xfrm>
          <a:off x="1682129" y="1251284"/>
          <a:ext cx="5997456" cy="34146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itle 4">
            <a:extLst>
              <a:ext uri="{FF2B5EF4-FFF2-40B4-BE49-F238E27FC236}">
                <a16:creationId xmlns:a16="http://schemas.microsoft.com/office/drawing/2014/main" xmlns="" id="{DE69CD98-5EF4-B54A-D6DC-929EA39F29C2}"/>
              </a:ext>
            </a:extLst>
          </p:cNvPr>
          <p:cNvSpPr>
            <a:spLocks noGrp="1"/>
          </p:cNvSpPr>
          <p:nvPr>
            <p:ph type="title"/>
          </p:nvPr>
        </p:nvSpPr>
        <p:spPr>
          <a:xfrm>
            <a:off x="682589" y="266796"/>
            <a:ext cx="7996535" cy="766269"/>
          </a:xfrm>
        </p:spPr>
        <p:txBody>
          <a:bodyPr>
            <a:normAutofit/>
          </a:bodyPr>
          <a:lstStyle/>
          <a:p>
            <a:pPr algn="ctr"/>
            <a:r>
              <a:rPr lang="en-GB" b="1" dirty="0">
                <a:solidFill>
                  <a:schemeClr val="tx1"/>
                </a:solidFill>
                <a:latin typeface="Times New Roman" panose="02020603050405020304" pitchFamily="18" charset="0"/>
                <a:cs typeface="Times New Roman" panose="02020603050405020304" pitchFamily="18" charset="0"/>
              </a:rPr>
              <a:t>ACCESS METHOD</a:t>
            </a:r>
            <a:endParaRPr lang="en-IN"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997AA1-03FB-05E0-FF95-D84920E80F3E}"/>
              </a:ext>
            </a:extLst>
          </p:cNvPr>
          <p:cNvSpPr>
            <a:spLocks noGrp="1"/>
          </p:cNvSpPr>
          <p:nvPr>
            <p:ph type="title"/>
          </p:nvPr>
        </p:nvSpPr>
        <p:spPr>
          <a:xfrm>
            <a:off x="2281426" y="472056"/>
            <a:ext cx="3955182" cy="480444"/>
          </a:xfrm>
        </p:spPr>
        <p:txBody>
          <a:bodyPr anchor="ctr">
            <a:normAutofit fontScale="90000"/>
          </a:bodyPr>
          <a:lstStyle/>
          <a:p>
            <a:r>
              <a:rPr lang="en-GB" b="1" dirty="0"/>
              <a:t>BLOCK DIAGRAM</a:t>
            </a:r>
            <a:r>
              <a:rPr lang="en-GB" dirty="0"/>
              <a:t> </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1868" y="1164341"/>
            <a:ext cx="5914141" cy="3359676"/>
          </a:xfrm>
          <a:prstGeom prst="rect">
            <a:avLst/>
          </a:prstGeom>
        </p:spPr>
      </p:pic>
    </p:spTree>
    <p:extLst>
      <p:ext uri="{BB962C8B-B14F-4D97-AF65-F5344CB8AC3E}">
        <p14:creationId xmlns:p14="http://schemas.microsoft.com/office/powerpoint/2010/main" val="1174186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9A5A125-E6C1-00B6-BE8C-9CEE3D290BDD}"/>
              </a:ext>
            </a:extLst>
          </p:cNvPr>
          <p:cNvSpPr>
            <a:spLocks noGrp="1"/>
          </p:cNvSpPr>
          <p:nvPr>
            <p:ph type="title"/>
          </p:nvPr>
        </p:nvSpPr>
        <p:spPr>
          <a:xfrm>
            <a:off x="4713853" y="222250"/>
            <a:ext cx="3972946" cy="666750"/>
          </a:xfrm>
        </p:spPr>
        <p:txBody>
          <a:bodyPr>
            <a:normAutofit/>
          </a:bodyPr>
          <a:lstStyle/>
          <a:p>
            <a:pPr algn="ctr"/>
            <a:r>
              <a:rPr lang="en-GB" sz="2800" b="0" dirty="0">
                <a:latin typeface="Times New Roman" panose="02020603050405020304" pitchFamily="18" charset="0"/>
                <a:ea typeface="Rockwell Extra Bold" panose="02000000000000000000" pitchFamily="2" charset="0"/>
                <a:cs typeface="Times New Roman" panose="02020603050405020304" pitchFamily="18" charset="0"/>
              </a:rPr>
              <a:t>APP DEVELOPMENT</a:t>
            </a:r>
            <a:r>
              <a:rPr lang="en-GB" b="0" dirty="0"/>
              <a:t> </a:t>
            </a:r>
            <a:endParaRPr lang="en-US" b="0" dirty="0"/>
          </a:p>
        </p:txBody>
      </p:sp>
      <p:sp>
        <p:nvSpPr>
          <p:cNvPr id="4" name="Text Placeholder 3">
            <a:extLst>
              <a:ext uri="{FF2B5EF4-FFF2-40B4-BE49-F238E27FC236}">
                <a16:creationId xmlns:a16="http://schemas.microsoft.com/office/drawing/2014/main" xmlns="" id="{D8606792-3A87-085C-6873-2D680DD445DA}"/>
              </a:ext>
            </a:extLst>
          </p:cNvPr>
          <p:cNvSpPr>
            <a:spLocks noGrp="1"/>
          </p:cNvSpPr>
          <p:nvPr>
            <p:ph type="body" idx="2"/>
          </p:nvPr>
        </p:nvSpPr>
        <p:spPr>
          <a:xfrm rot="10800000" flipV="1">
            <a:off x="330193" y="1185183"/>
            <a:ext cx="3643089" cy="3159778"/>
          </a:xfrm>
        </p:spPr>
        <p:txBody>
          <a:bodyPr>
            <a:normAutofit/>
          </a:bodyPr>
          <a:lstStyle/>
          <a:p>
            <a:pPr marL="514350" indent="-28575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The app was developed using the </a:t>
            </a:r>
            <a:r>
              <a:rPr lang="en-GB" sz="2000" dirty="0" err="1">
                <a:latin typeface="Times New Roman" panose="02020603050405020304" pitchFamily="18" charset="0"/>
                <a:cs typeface="Times New Roman" panose="02020603050405020304" pitchFamily="18" charset="0"/>
              </a:rPr>
              <a:t>mit</a:t>
            </a:r>
            <a:r>
              <a:rPr lang="en-GB" sz="2000" dirty="0">
                <a:latin typeface="Times New Roman" panose="02020603050405020304" pitchFamily="18" charset="0"/>
                <a:cs typeface="Times New Roman" panose="02020603050405020304" pitchFamily="18" charset="0"/>
              </a:rPr>
              <a:t> app inventor.
It is simple app consisting of two screens: Splash screen Bluetooth connection and controlling</a:t>
            </a:r>
            <a:endParaRPr lang="en-US" sz="2000" dirty="0">
              <a:latin typeface="Times New Roman" panose="02020603050405020304" pitchFamily="18" charset="0"/>
              <a:cs typeface="Times New Roman" panose="02020603050405020304" pitchFamily="18" charset="0"/>
            </a:endParaRPr>
          </a:p>
        </p:txBody>
      </p:sp>
      <p:pic>
        <p:nvPicPr>
          <p:cNvPr id="5" name="Picture 5">
            <a:extLst>
              <a:ext uri="{FF2B5EF4-FFF2-40B4-BE49-F238E27FC236}">
                <a16:creationId xmlns:a16="http://schemas.microsoft.com/office/drawing/2014/main" xmlns="" id="{1F2BC4A1-118B-DCC2-D2E4-3A06D18BE20B}"/>
              </a:ext>
            </a:extLst>
          </p:cNvPr>
          <p:cNvPicPr>
            <a:picLocks noChangeAspect="1"/>
          </p:cNvPicPr>
          <p:nvPr/>
        </p:nvPicPr>
        <p:blipFill>
          <a:blip r:embed="rId2"/>
          <a:stretch>
            <a:fillRect/>
          </a:stretch>
        </p:blipFill>
        <p:spPr>
          <a:xfrm>
            <a:off x="4507076" y="1364443"/>
            <a:ext cx="1822964" cy="3159778"/>
          </a:xfrm>
          <a:prstGeom prst="rect">
            <a:avLst/>
          </a:prstGeom>
        </p:spPr>
      </p:pic>
      <p:pic>
        <p:nvPicPr>
          <p:cNvPr id="6" name="Picture 6">
            <a:extLst>
              <a:ext uri="{FF2B5EF4-FFF2-40B4-BE49-F238E27FC236}">
                <a16:creationId xmlns:a16="http://schemas.microsoft.com/office/drawing/2014/main" xmlns="" id="{269C28CD-47F3-5535-FFCF-F71061E290BE}"/>
              </a:ext>
            </a:extLst>
          </p:cNvPr>
          <p:cNvPicPr>
            <a:picLocks noChangeAspect="1"/>
          </p:cNvPicPr>
          <p:nvPr/>
        </p:nvPicPr>
        <p:blipFill>
          <a:blip r:embed="rId3"/>
          <a:stretch>
            <a:fillRect/>
          </a:stretch>
        </p:blipFill>
        <p:spPr>
          <a:xfrm>
            <a:off x="6863834" y="1364443"/>
            <a:ext cx="1822965" cy="3002642"/>
          </a:xfrm>
          <a:prstGeom prst="rect">
            <a:avLst/>
          </a:prstGeom>
        </p:spPr>
      </p:pic>
    </p:spTree>
    <p:extLst>
      <p:ext uri="{BB962C8B-B14F-4D97-AF65-F5344CB8AC3E}">
        <p14:creationId xmlns:p14="http://schemas.microsoft.com/office/powerpoint/2010/main" val="3396119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6" name="Google Shape;276;p37"/>
          <p:cNvSpPr txBox="1">
            <a:spLocks noGrp="1"/>
          </p:cNvSpPr>
          <p:nvPr>
            <p:ph type="title"/>
          </p:nvPr>
        </p:nvSpPr>
        <p:spPr>
          <a:xfrm>
            <a:off x="448964" y="281175"/>
            <a:ext cx="8246071" cy="61082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chemeClr val="lt1"/>
              </a:buClr>
              <a:buSzPts val="2400"/>
              <a:buFont typeface="Calibri"/>
              <a:buNone/>
            </a:pPr>
            <a:r>
              <a:rPr lang="en" sz="2400" b="1"/>
              <a:t>PRO`S AND CON`S</a:t>
            </a:r>
            <a:endParaRPr sz="2400" b="1"/>
          </a:p>
        </p:txBody>
      </p:sp>
      <p:sp>
        <p:nvSpPr>
          <p:cNvPr id="277" name="Google Shape;277;p37"/>
          <p:cNvSpPr txBox="1">
            <a:spLocks noGrp="1"/>
          </p:cNvSpPr>
          <p:nvPr>
            <p:ph type="body" idx="1"/>
          </p:nvPr>
        </p:nvSpPr>
        <p:spPr>
          <a:xfrm>
            <a:off x="492929" y="1334390"/>
            <a:ext cx="4040100" cy="479700"/>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dk1"/>
              </a:buClr>
              <a:buSzPts val="2400"/>
              <a:buNone/>
            </a:pPr>
            <a:r>
              <a:rPr lang="en"/>
              <a:t>PRO`S</a:t>
            </a:r>
            <a:endParaRPr/>
          </a:p>
        </p:txBody>
      </p:sp>
      <p:sp>
        <p:nvSpPr>
          <p:cNvPr id="278" name="Google Shape;278;p37"/>
          <p:cNvSpPr txBox="1">
            <a:spLocks noGrp="1"/>
          </p:cNvSpPr>
          <p:nvPr>
            <p:ph type="body" idx="2"/>
          </p:nvPr>
        </p:nvSpPr>
        <p:spPr>
          <a:xfrm>
            <a:off x="448964" y="1934335"/>
            <a:ext cx="4128103" cy="2137871"/>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400"/>
              <a:buChar char="•"/>
            </a:pPr>
            <a:r>
              <a:rPr lang="en" b="1" dirty="0"/>
              <a:t>RELIABLE.</a:t>
            </a:r>
            <a:endParaRPr dirty="0"/>
          </a:p>
          <a:p>
            <a:pPr marL="342900" lvl="0" indent="-342900" algn="l" rtl="0">
              <a:spcBef>
                <a:spcPts val="480"/>
              </a:spcBef>
              <a:spcAft>
                <a:spcPts val="0"/>
              </a:spcAft>
              <a:buClr>
                <a:schemeClr val="dk1"/>
              </a:buClr>
              <a:buSzPts val="2400"/>
              <a:buChar char="•"/>
            </a:pPr>
            <a:r>
              <a:rPr lang="en" b="1" dirty="0"/>
              <a:t>ECO-FRIENDLY.</a:t>
            </a:r>
            <a:endParaRPr dirty="0"/>
          </a:p>
          <a:p>
            <a:pPr marL="342900" lvl="0" indent="-342900" algn="l" rtl="0">
              <a:spcBef>
                <a:spcPts val="480"/>
              </a:spcBef>
              <a:spcAft>
                <a:spcPts val="0"/>
              </a:spcAft>
              <a:buClr>
                <a:schemeClr val="dk1"/>
              </a:buClr>
              <a:buSzPts val="2400"/>
              <a:buChar char="•"/>
            </a:pPr>
            <a:r>
              <a:rPr lang="en" b="1" dirty="0"/>
              <a:t>ALTERNATE WAY OF POWER GENERATION.</a:t>
            </a:r>
            <a:endParaRPr b="1" dirty="0"/>
          </a:p>
          <a:p>
            <a:pPr marL="342900" lvl="0" indent="-342900" algn="l" rtl="0">
              <a:spcBef>
                <a:spcPts val="480"/>
              </a:spcBef>
              <a:spcAft>
                <a:spcPts val="0"/>
              </a:spcAft>
              <a:buSzPts val="2400"/>
              <a:buChar char="•"/>
            </a:pPr>
            <a:endParaRPr b="1" dirty="0"/>
          </a:p>
        </p:txBody>
      </p:sp>
      <p:sp>
        <p:nvSpPr>
          <p:cNvPr id="279" name="Google Shape;279;p37"/>
          <p:cNvSpPr txBox="1">
            <a:spLocks noGrp="1"/>
          </p:cNvSpPr>
          <p:nvPr>
            <p:ph type="body" idx="3"/>
          </p:nvPr>
        </p:nvSpPr>
        <p:spPr>
          <a:xfrm>
            <a:off x="4577075" y="1334340"/>
            <a:ext cx="4041900" cy="479700"/>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dk1"/>
              </a:buClr>
              <a:buSzPts val="2400"/>
              <a:buNone/>
            </a:pPr>
            <a:r>
              <a:rPr lang="en"/>
              <a:t>CON`S</a:t>
            </a:r>
            <a:endParaRPr/>
          </a:p>
        </p:txBody>
      </p:sp>
      <p:sp>
        <p:nvSpPr>
          <p:cNvPr id="280" name="Google Shape;280;p37"/>
          <p:cNvSpPr txBox="1">
            <a:spLocks noGrp="1"/>
          </p:cNvSpPr>
          <p:nvPr>
            <p:ph type="body" idx="4"/>
          </p:nvPr>
        </p:nvSpPr>
        <p:spPr>
          <a:xfrm>
            <a:off x="4572000" y="1934335"/>
            <a:ext cx="4041775" cy="2137871"/>
          </a:xfrm>
          <a:prstGeom prst="rect">
            <a:avLst/>
          </a:prstGeom>
          <a:noFill/>
          <a:ln>
            <a:noFill/>
          </a:ln>
        </p:spPr>
        <p:txBody>
          <a:bodyPr spcFirstLastPara="1" wrap="square" lIns="91425" tIns="45700" rIns="91425" bIns="45700" anchor="t" anchorCtr="0">
            <a:normAutofit/>
          </a:bodyPr>
          <a:lstStyle/>
          <a:p>
            <a:pPr marL="342900" lvl="0" indent="-320040" algn="l" rtl="0">
              <a:spcBef>
                <a:spcPts val="0"/>
              </a:spcBef>
              <a:spcAft>
                <a:spcPts val="0"/>
              </a:spcAft>
              <a:buClr>
                <a:schemeClr val="dk1"/>
              </a:buClr>
              <a:buSzPct val="100000"/>
              <a:buChar char="•"/>
            </a:pPr>
            <a:r>
              <a:rPr lang="en" b="1" dirty="0"/>
              <a:t> INITIAL COST IS TOO HIGH.</a:t>
            </a:r>
            <a:endParaRPr dirty="0"/>
          </a:p>
          <a:p>
            <a:pPr marL="342900" lvl="0" indent="-320040" algn="l" rtl="0">
              <a:spcBef>
                <a:spcPts val="480"/>
              </a:spcBef>
              <a:spcAft>
                <a:spcPts val="0"/>
              </a:spcAft>
              <a:buClr>
                <a:schemeClr val="dk1"/>
              </a:buClr>
              <a:buSzPct val="100000"/>
              <a:buChar char="•"/>
            </a:pPr>
            <a:r>
              <a:rPr lang="en" b="1" dirty="0"/>
              <a:t>IMPLEMENTATION IS DIFFICULT.</a:t>
            </a:r>
            <a:endParaRPr dirty="0"/>
          </a:p>
          <a:p>
            <a:pPr marL="342900" lvl="0" indent="-320040" algn="l" rtl="0">
              <a:spcBef>
                <a:spcPts val="480"/>
              </a:spcBef>
              <a:spcAft>
                <a:spcPts val="0"/>
              </a:spcAft>
              <a:buClr>
                <a:schemeClr val="dk1"/>
              </a:buClr>
              <a:buSzPct val="100000"/>
              <a:buChar char="•"/>
            </a:pPr>
            <a:r>
              <a:rPr lang="en" b="1" dirty="0"/>
              <a:t>MORE MAINTENANCE.</a:t>
            </a:r>
            <a:endParaRPr b="1" dirty="0"/>
          </a:p>
          <a:p>
            <a:pPr marL="342900" lvl="0" indent="-320040" algn="l" rtl="0">
              <a:spcBef>
                <a:spcPts val="480"/>
              </a:spcBef>
              <a:spcAft>
                <a:spcPts val="0"/>
              </a:spcAft>
              <a:buSzPct val="100000"/>
              <a:buChar char="•"/>
            </a:pPr>
            <a:endParaRPr b="1" dirty="0"/>
          </a:p>
          <a:p>
            <a:pPr marL="342900" lvl="0" indent="-190500" algn="ctr" rtl="0">
              <a:spcBef>
                <a:spcPts val="480"/>
              </a:spcBef>
              <a:spcAft>
                <a:spcPts val="0"/>
              </a:spcAft>
              <a:buClr>
                <a:schemeClr val="dk1"/>
              </a:buClr>
              <a:buSzPct val="100000"/>
              <a:buNone/>
            </a:pPr>
            <a:endParaRPr dirty="0"/>
          </a:p>
          <a:p>
            <a:pPr marL="342900" lvl="0" indent="-190500" algn="ctr" rtl="0">
              <a:spcBef>
                <a:spcPts val="480"/>
              </a:spcBef>
              <a:spcAft>
                <a:spcPts val="0"/>
              </a:spcAft>
              <a:buClr>
                <a:schemeClr val="dk1"/>
              </a:buClr>
              <a:buSzPct val="100000"/>
              <a:buNone/>
            </a:pPr>
            <a:endParaRPr dirty="0"/>
          </a:p>
        </p:txBody>
      </p:sp>
      <p:pic>
        <p:nvPicPr>
          <p:cNvPr id="2" name="Picture 1">
            <a:extLst>
              <a:ext uri="{FF2B5EF4-FFF2-40B4-BE49-F238E27FC236}">
                <a16:creationId xmlns:a16="http://schemas.microsoft.com/office/drawing/2014/main" xmlns="" id="{8B549F09-E60C-7B6F-D763-FD7625FBDA0C}"/>
              </a:ext>
            </a:extLst>
          </p:cNvPr>
          <p:cNvPicPr>
            <a:picLocks noChangeAspect="1"/>
          </p:cNvPicPr>
          <p:nvPr/>
        </p:nvPicPr>
        <p:blipFill rotWithShape="1">
          <a:blip r:embed="rId3"/>
          <a:srcRect l="51100" t="6161" r="-60" b="27589"/>
          <a:stretch/>
        </p:blipFill>
        <p:spPr>
          <a:xfrm>
            <a:off x="5697215" y="3524282"/>
            <a:ext cx="1791343" cy="1590264"/>
          </a:xfrm>
          <a:prstGeom prst="rect">
            <a:avLst/>
          </a:prstGeom>
        </p:spPr>
      </p:pic>
      <p:pic>
        <p:nvPicPr>
          <p:cNvPr id="3" name="Picture 2">
            <a:extLst>
              <a:ext uri="{FF2B5EF4-FFF2-40B4-BE49-F238E27FC236}">
                <a16:creationId xmlns:a16="http://schemas.microsoft.com/office/drawing/2014/main" xmlns="" id="{2584DE3F-7E76-8652-08D3-22B811722C07}"/>
              </a:ext>
            </a:extLst>
          </p:cNvPr>
          <p:cNvPicPr>
            <a:picLocks noChangeAspect="1"/>
          </p:cNvPicPr>
          <p:nvPr/>
        </p:nvPicPr>
        <p:blipFill rotWithShape="1">
          <a:blip r:embed="rId3"/>
          <a:srcRect t="6161" r="49444" b="27589"/>
          <a:stretch/>
        </p:blipFill>
        <p:spPr>
          <a:xfrm>
            <a:off x="1211671" y="3524282"/>
            <a:ext cx="1791343" cy="159026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FA9BE7-2787-CEA5-A01C-0E0F49C5FEC7}"/>
              </a:ext>
            </a:extLst>
          </p:cNvPr>
          <p:cNvSpPr>
            <a:spLocks noGrp="1"/>
          </p:cNvSpPr>
          <p:nvPr>
            <p:ph type="title"/>
          </p:nvPr>
        </p:nvSpPr>
        <p:spPr>
          <a:xfrm>
            <a:off x="4363356" y="163284"/>
            <a:ext cx="3918857" cy="825501"/>
          </a:xfrm>
        </p:spPr>
        <p:txBody>
          <a:bodyPr>
            <a:normAutofit/>
          </a:bodyPr>
          <a:lstStyle/>
          <a:p>
            <a:r>
              <a:rPr lang="en-GB" b="1" dirty="0">
                <a:latin typeface="Times New Roman" panose="02020603050405020304" pitchFamily="18" charset="0"/>
                <a:cs typeface="Times New Roman" panose="02020603050405020304" pitchFamily="18" charset="0"/>
              </a:rPr>
              <a:t>FUTURE SCOPE</a:t>
            </a:r>
            <a:endParaRPr lang="en-US"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xmlns="" id="{284C579F-3FFE-7B96-B7F7-12DD2EA3E75D}"/>
              </a:ext>
            </a:extLst>
          </p:cNvPr>
          <p:cNvSpPr>
            <a:spLocks noGrp="1"/>
          </p:cNvSpPr>
          <p:nvPr>
            <p:ph type="body" idx="1"/>
          </p:nvPr>
        </p:nvSpPr>
        <p:spPr>
          <a:xfrm>
            <a:off x="587516" y="1295056"/>
            <a:ext cx="4739892" cy="4154714"/>
          </a:xfrm>
        </p:spPr>
        <p:txBody>
          <a:bodyPr>
            <a:noAutofit/>
          </a:bodyPr>
          <a:lstStyle/>
          <a:p>
            <a:pPr marL="50800" indent="0">
              <a:buNone/>
            </a:pPr>
            <a:r>
              <a:rPr lang="en-GB" sz="2400" dirty="0"/>
              <a:t>The concept of a smart key that is designed to enrich the usability of an electric bike, to inform the owner about the vehicle status, its current operating conditions and control important security functions can also be done</a:t>
            </a:r>
            <a:endParaRPr lang="en-US" sz="2400" dirty="0"/>
          </a:p>
        </p:txBody>
      </p:sp>
      <p:pic>
        <p:nvPicPr>
          <p:cNvPr id="4" name="Picture 4">
            <a:extLst>
              <a:ext uri="{FF2B5EF4-FFF2-40B4-BE49-F238E27FC236}">
                <a16:creationId xmlns:a16="http://schemas.microsoft.com/office/drawing/2014/main" xmlns="" id="{D090CD24-E0B0-C7C7-261D-D5AED07D1ECE}"/>
              </a:ext>
            </a:extLst>
          </p:cNvPr>
          <p:cNvPicPr>
            <a:picLocks noChangeAspect="1"/>
          </p:cNvPicPr>
          <p:nvPr/>
        </p:nvPicPr>
        <p:blipFill>
          <a:blip r:embed="rId2"/>
          <a:stretch>
            <a:fillRect/>
          </a:stretch>
        </p:blipFill>
        <p:spPr>
          <a:xfrm>
            <a:off x="5420793" y="1295056"/>
            <a:ext cx="3135691" cy="2998107"/>
          </a:xfrm>
          <a:prstGeom prst="rect">
            <a:avLst/>
          </a:prstGeom>
        </p:spPr>
      </p:pic>
    </p:spTree>
    <p:extLst>
      <p:ext uri="{BB962C8B-B14F-4D97-AF65-F5344CB8AC3E}">
        <p14:creationId xmlns:p14="http://schemas.microsoft.com/office/powerpoint/2010/main" val="4221119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39"/>
          <p:cNvSpPr txBox="1">
            <a:spLocks noGrp="1"/>
          </p:cNvSpPr>
          <p:nvPr>
            <p:ph type="title"/>
          </p:nvPr>
        </p:nvSpPr>
        <p:spPr>
          <a:xfrm>
            <a:off x="448965" y="433880"/>
            <a:ext cx="8246070" cy="610820"/>
          </a:xfrm>
          <a:prstGeom prst="rect">
            <a:avLst/>
          </a:prstGeom>
          <a:noFill/>
          <a:ln>
            <a:noFill/>
          </a:ln>
        </p:spPr>
        <p:txBody>
          <a:bodyPr spcFirstLastPara="1" wrap="square" lIns="91425" tIns="45700" rIns="91425" bIns="45700" anchor="ctr" anchorCtr="0">
            <a:normAutofit fontScale="90000"/>
          </a:bodyPr>
          <a:lstStyle/>
          <a:p>
            <a:pPr marL="0" lvl="0" indent="0" algn="r" rtl="0">
              <a:spcBef>
                <a:spcPts val="0"/>
              </a:spcBef>
              <a:spcAft>
                <a:spcPts val="0"/>
              </a:spcAft>
              <a:buClr>
                <a:schemeClr val="lt1"/>
              </a:buClr>
              <a:buSzPct val="100000"/>
              <a:buFont typeface="Calibri"/>
              <a:buNone/>
            </a:pPr>
            <a:r>
              <a:rPr lang="en"/>
              <a:t>BIBLIOGRAPHY</a:t>
            </a:r>
            <a:endParaRPr/>
          </a:p>
        </p:txBody>
      </p:sp>
      <p:sp>
        <p:nvSpPr>
          <p:cNvPr id="293" name="Google Shape;293;p39"/>
          <p:cNvSpPr txBox="1">
            <a:spLocks noGrp="1"/>
          </p:cNvSpPr>
          <p:nvPr>
            <p:ph type="body" idx="1"/>
          </p:nvPr>
        </p:nvSpPr>
        <p:spPr>
          <a:xfrm>
            <a:off x="448966" y="1350110"/>
            <a:ext cx="8246070" cy="351221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Char char="•"/>
            </a:pPr>
            <a:r>
              <a:rPr lang="en" sz="2400" u="sng">
                <a:solidFill>
                  <a:schemeClr val="hlink"/>
                </a:solidFill>
                <a:hlinkClick r:id="rId3"/>
              </a:rPr>
              <a:t>https://aip.scitation.org/doi/abs/10.1063/1.5118105</a:t>
            </a:r>
            <a:endParaRPr sz="2400"/>
          </a:p>
          <a:p>
            <a:pPr marL="342900" lvl="0" indent="-342900" algn="l" rtl="0">
              <a:spcBef>
                <a:spcPts val="480"/>
              </a:spcBef>
              <a:spcAft>
                <a:spcPts val="0"/>
              </a:spcAft>
              <a:buClr>
                <a:schemeClr val="dk1"/>
              </a:buClr>
              <a:buSzPts val="2400"/>
              <a:buChar char="•"/>
            </a:pPr>
            <a:r>
              <a:rPr lang="en" sz="2400" u="sng">
                <a:solidFill>
                  <a:schemeClr val="hlink"/>
                </a:solidFill>
                <a:hlinkClick r:id="rId4"/>
              </a:rPr>
              <a:t>https://www.ijraset.com/research-paper/footstep-power-generation-using-piezoelectric-sensor</a:t>
            </a:r>
            <a:endParaRPr sz="2400"/>
          </a:p>
          <a:p>
            <a:pPr marL="342900" lvl="0" indent="-342900" algn="l" rtl="0">
              <a:spcBef>
                <a:spcPts val="480"/>
              </a:spcBef>
              <a:spcAft>
                <a:spcPts val="0"/>
              </a:spcAft>
              <a:buClr>
                <a:schemeClr val="dk1"/>
              </a:buClr>
              <a:buSzPts val="2400"/>
              <a:buChar char="•"/>
            </a:pPr>
            <a:r>
              <a:rPr lang="en" sz="2400" u="sng">
                <a:solidFill>
                  <a:schemeClr val="hlink"/>
                </a:solidFill>
                <a:hlinkClick r:id="rId5"/>
              </a:rPr>
              <a:t>https://www.smart-energy.com/industry-sectors/new-technology/energy-generated-from-footsteps-can-power-indias-green-revolution-study/</a:t>
            </a:r>
            <a:endParaRPr sz="2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8"/>
          <p:cNvSpPr txBox="1">
            <a:spLocks noGrp="1"/>
          </p:cNvSpPr>
          <p:nvPr>
            <p:ph type="title"/>
          </p:nvPr>
        </p:nvSpPr>
        <p:spPr>
          <a:xfrm>
            <a:off x="448965" y="433880"/>
            <a:ext cx="8246070" cy="610820"/>
          </a:xfrm>
          <a:prstGeom prst="rect">
            <a:avLst/>
          </a:prstGeom>
          <a:noFill/>
          <a:ln>
            <a:noFill/>
          </a:ln>
        </p:spPr>
        <p:txBody>
          <a:bodyPr spcFirstLastPara="1" wrap="square" lIns="91425" tIns="45700" rIns="91425" bIns="45700" anchor="ctr" anchorCtr="0">
            <a:normAutofit fontScale="90000"/>
          </a:bodyPr>
          <a:lstStyle/>
          <a:p>
            <a:pPr marL="0" lvl="0" indent="0" algn="r" rtl="0">
              <a:spcBef>
                <a:spcPts val="0"/>
              </a:spcBef>
              <a:spcAft>
                <a:spcPts val="0"/>
              </a:spcAft>
              <a:buClr>
                <a:schemeClr val="lt1"/>
              </a:buClr>
              <a:buSzPct val="100000"/>
              <a:buFont typeface="Calibri"/>
              <a:buNone/>
            </a:pPr>
            <a:r>
              <a:rPr lang="en" b="1"/>
              <a:t>CONCLUSION</a:t>
            </a:r>
            <a:endParaRPr b="1"/>
          </a:p>
        </p:txBody>
      </p:sp>
      <p:pic>
        <p:nvPicPr>
          <p:cNvPr id="287" name="Google Shape;287;p38"/>
          <p:cNvPicPr preferRelativeResize="0"/>
          <p:nvPr/>
        </p:nvPicPr>
        <p:blipFill>
          <a:blip r:embed="rId3">
            <a:alphaModFix/>
          </a:blip>
          <a:stretch>
            <a:fillRect/>
          </a:stretch>
        </p:blipFill>
        <p:spPr>
          <a:xfrm>
            <a:off x="4572000" y="1584674"/>
            <a:ext cx="4022875" cy="2884197"/>
          </a:xfrm>
          <a:prstGeom prst="rect">
            <a:avLst/>
          </a:prstGeom>
          <a:noFill/>
          <a:ln>
            <a:noFill/>
          </a:ln>
        </p:spPr>
      </p:pic>
      <p:sp>
        <p:nvSpPr>
          <p:cNvPr id="3" name="Text Placeholder 2">
            <a:extLst>
              <a:ext uri="{FF2B5EF4-FFF2-40B4-BE49-F238E27FC236}">
                <a16:creationId xmlns:a16="http://schemas.microsoft.com/office/drawing/2014/main" xmlns="" id="{6DC9B2A9-F7F4-5E66-DC64-843F0E927E7C}"/>
              </a:ext>
            </a:extLst>
          </p:cNvPr>
          <p:cNvSpPr>
            <a:spLocks noGrp="1"/>
          </p:cNvSpPr>
          <p:nvPr>
            <p:ph type="body" idx="1"/>
          </p:nvPr>
        </p:nvSpPr>
        <p:spPr>
          <a:xfrm rot="10800000" flipV="1">
            <a:off x="620750" y="1508322"/>
            <a:ext cx="3733536" cy="2884197"/>
          </a:xfrm>
        </p:spPr>
        <p:txBody>
          <a:bodyPr/>
          <a:lstStyle/>
          <a:p>
            <a:pPr marL="50800" indent="0">
              <a:buNone/>
            </a:pPr>
            <a:r>
              <a:rPr lang="en-GB" dirty="0"/>
              <a:t>The approach provides a stable bidirectional communication with low latency to improve efficiency and portability.</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6"/>
          <p:cNvSpPr txBox="1">
            <a:spLocks noGrp="1"/>
          </p:cNvSpPr>
          <p:nvPr>
            <p:ph type="title"/>
          </p:nvPr>
        </p:nvSpPr>
        <p:spPr>
          <a:xfrm>
            <a:off x="457200" y="205979"/>
            <a:ext cx="8229600" cy="8574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chemeClr val="dk1"/>
              </a:buClr>
              <a:buSzPts val="4400"/>
              <a:buFont typeface="Calibri"/>
              <a:buNone/>
            </a:pPr>
            <a:r>
              <a:rPr lang="en" b="1"/>
              <a:t>APPLICATION</a:t>
            </a:r>
            <a:endParaRPr b="1"/>
          </a:p>
        </p:txBody>
      </p:sp>
      <p:pic>
        <p:nvPicPr>
          <p:cNvPr id="265" name="Google Shape;265;p36"/>
          <p:cNvPicPr preferRelativeResize="0"/>
          <p:nvPr/>
        </p:nvPicPr>
        <p:blipFill rotWithShape="1">
          <a:blip r:embed="rId3">
            <a:alphaModFix/>
          </a:blip>
          <a:srcRect/>
          <a:stretch/>
        </p:blipFill>
        <p:spPr>
          <a:xfrm>
            <a:off x="344418" y="1188332"/>
            <a:ext cx="2623678" cy="1609115"/>
          </a:xfrm>
          <a:prstGeom prst="rect">
            <a:avLst/>
          </a:prstGeom>
          <a:noFill/>
          <a:ln>
            <a:noFill/>
          </a:ln>
        </p:spPr>
      </p:pic>
      <p:sp>
        <p:nvSpPr>
          <p:cNvPr id="266" name="Google Shape;266;p36"/>
          <p:cNvSpPr txBox="1"/>
          <p:nvPr/>
        </p:nvSpPr>
        <p:spPr>
          <a:xfrm>
            <a:off x="2968100" y="1188325"/>
            <a:ext cx="19851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800">
                <a:solidFill>
                  <a:schemeClr val="dk1"/>
                </a:solidFill>
                <a:latin typeface="Calibri"/>
                <a:ea typeface="Calibri"/>
                <a:cs typeface="Calibri"/>
                <a:sym typeface="Calibri"/>
              </a:rPr>
              <a:t>RAILWAY STATION</a:t>
            </a:r>
            <a:endParaRPr sz="1800">
              <a:solidFill>
                <a:schemeClr val="dk1"/>
              </a:solidFill>
              <a:latin typeface="Calibri"/>
              <a:ea typeface="Calibri"/>
              <a:cs typeface="Calibri"/>
              <a:sym typeface="Calibri"/>
            </a:endParaRPr>
          </a:p>
        </p:txBody>
      </p:sp>
      <p:sp>
        <p:nvSpPr>
          <p:cNvPr id="267" name="Google Shape;267;p36"/>
          <p:cNvSpPr txBox="1"/>
          <p:nvPr/>
        </p:nvSpPr>
        <p:spPr>
          <a:xfrm>
            <a:off x="5826750" y="2202450"/>
            <a:ext cx="19851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800">
                <a:solidFill>
                  <a:schemeClr val="dk1"/>
                </a:solidFill>
                <a:latin typeface="Calibri"/>
                <a:ea typeface="Calibri"/>
                <a:cs typeface="Calibri"/>
                <a:sym typeface="Calibri"/>
              </a:rPr>
              <a:t>DANCING FLOORS</a:t>
            </a:r>
            <a:endParaRPr sz="1800">
              <a:solidFill>
                <a:schemeClr val="dk1"/>
              </a:solidFill>
              <a:latin typeface="Calibri"/>
              <a:ea typeface="Calibri"/>
              <a:cs typeface="Calibri"/>
              <a:sym typeface="Calibri"/>
            </a:endParaRPr>
          </a:p>
        </p:txBody>
      </p:sp>
      <p:sp>
        <p:nvSpPr>
          <p:cNvPr id="268" name="Google Shape;268;p36"/>
          <p:cNvSpPr txBox="1"/>
          <p:nvPr/>
        </p:nvSpPr>
        <p:spPr>
          <a:xfrm>
            <a:off x="8225850" y="3074775"/>
            <a:ext cx="11154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800">
                <a:solidFill>
                  <a:schemeClr val="dk1"/>
                </a:solidFill>
                <a:latin typeface="Calibri"/>
                <a:ea typeface="Calibri"/>
                <a:cs typeface="Calibri"/>
                <a:sym typeface="Calibri"/>
              </a:rPr>
              <a:t>RURAL AREAS</a:t>
            </a:r>
            <a:endParaRPr sz="1800">
              <a:solidFill>
                <a:schemeClr val="dk1"/>
              </a:solidFill>
              <a:latin typeface="Calibri"/>
              <a:ea typeface="Calibri"/>
              <a:cs typeface="Calibri"/>
              <a:sym typeface="Calibri"/>
            </a:endParaRPr>
          </a:p>
        </p:txBody>
      </p:sp>
      <p:pic>
        <p:nvPicPr>
          <p:cNvPr id="269" name="Google Shape;269;p36"/>
          <p:cNvPicPr preferRelativeResize="0"/>
          <p:nvPr/>
        </p:nvPicPr>
        <p:blipFill rotWithShape="1">
          <a:blip r:embed="rId4">
            <a:alphaModFix/>
          </a:blip>
          <a:srcRect/>
          <a:stretch/>
        </p:blipFill>
        <p:spPr>
          <a:xfrm>
            <a:off x="5826739" y="3202844"/>
            <a:ext cx="2366875" cy="1577916"/>
          </a:xfrm>
          <a:prstGeom prst="rect">
            <a:avLst/>
          </a:prstGeom>
          <a:noFill/>
          <a:ln>
            <a:noFill/>
          </a:ln>
        </p:spPr>
      </p:pic>
      <p:pic>
        <p:nvPicPr>
          <p:cNvPr id="270" name="Google Shape;270;p36"/>
          <p:cNvPicPr preferRelativeResize="0"/>
          <p:nvPr/>
        </p:nvPicPr>
        <p:blipFill>
          <a:blip r:embed="rId5">
            <a:alphaModFix/>
          </a:blip>
          <a:stretch>
            <a:fillRect/>
          </a:stretch>
        </p:blipFill>
        <p:spPr>
          <a:xfrm>
            <a:off x="2812789" y="2357175"/>
            <a:ext cx="3013960" cy="15779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342</TotalTime>
  <Words>159</Words>
  <Application>Microsoft Office PowerPoint</Application>
  <PresentationFormat>On-screen Show (16:9)</PresentationFormat>
  <Paragraphs>34</Paragraphs>
  <Slides>10</Slides>
  <Notes>7</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10</vt:i4>
      </vt:variant>
    </vt:vector>
  </HeadingPairs>
  <TitlesOfParts>
    <vt:vector size="17" baseType="lpstr">
      <vt:lpstr>Merriweather</vt:lpstr>
      <vt:lpstr>Calibri</vt:lpstr>
      <vt:lpstr>Arial</vt:lpstr>
      <vt:lpstr>Times New Roman</vt:lpstr>
      <vt:lpstr>Rockwell Extra Bold</vt:lpstr>
      <vt:lpstr>Simple Light</vt:lpstr>
      <vt:lpstr>Office Theme</vt:lpstr>
      <vt:lpstr>CONTENTS</vt:lpstr>
      <vt:lpstr>INTRODUCTION</vt:lpstr>
      <vt:lpstr>ACCESS METHOD</vt:lpstr>
      <vt:lpstr>BLOCK DIAGRAM </vt:lpstr>
      <vt:lpstr>APP DEVELOPMENT </vt:lpstr>
      <vt:lpstr>PRO`S AND CON`S</vt:lpstr>
      <vt:lpstr>FUTURE SCOPE</vt:lpstr>
      <vt:lpstr>BIBLIOGRAPHY</vt:lpstr>
      <vt:lpstr>CONCLUSION</vt:lpstr>
      <vt:lpstr>APPLICATION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1</dc:title>
  <dc:creator>Akshay Mhatre</dc:creator>
  <cp:lastModifiedBy>USER</cp:lastModifiedBy>
  <cp:revision>6</cp:revision>
  <dcterms:modified xsi:type="dcterms:W3CDTF">2026-03-15T06:47:10Z</dcterms:modified>
</cp:coreProperties>
</file>